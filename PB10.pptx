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87" d="100"/>
          <a:sy n="187" d="100"/>
        </p:scale>
        <p:origin x="-2736" y="-10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9T03:30:25.609"/>
    </inkml:context>
    <inkml:brush xml:id="br0">
      <inkml:brushProperty name="width" value="0.1" units="cm"/>
      <inkml:brushProperty name="height" value="0.1" units="cm"/>
      <inkml:brushProperty name="color" value="#F6630D"/>
    </inkml:brush>
  </inkml:definitions>
  <inkml:trace contextRef="#ctx0" brushRef="#br0">5131 1697 24575,'-80'-29'0,"-51"-15"0,12 1 0,94 31 0,-1 2 0,0 1 0,-1 0 0,0 3 0,-47-7 0,36 11 0,0 0 0,0-1 0,1-1 0,-57-15 0,75 13 0,-39-11 0,-73-31 0,88 31 0,1 3 0,-2 1 0,-75-11 0,-29-9 0,114 26 0,-52-7 0,50 10 0,15-1 0,0-1 0,1-1 0,-1 0 0,1-2 0,1 0 0,0-1 0,-34-24 0,23 15 0,-57-28 0,15 20 0,-24-10 0,55 19 0,-69-18 0,13 4 0,-61-38 0,114 47 0,-1 3 0,-1 2 0,0 1 0,-58-11 0,-133-11 0,198 30 0,-70-28 0,80 25 0,-1 1 0,-1 2 0,0 1 0,-39-5 0,21 6 0,1-2 0,-73-24 0,59 15 0,43 13 0,1-1 0,-1 0 0,1-2 0,-18-10 0,-1 0 0,-1 2 0,-79-23 0,-18-6 0,4 0 0,26 11 0,-11 0 0,88 28 0,1-2 0,0 0 0,0-2 0,-29-15 0,34 13 0,-23-14 0,-1 2 0,-1 2 0,-50-17 0,58 25 41,2-2-1,-52-29 1,53 26-537,-1 0 1,-51-17-1,60 29-6330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9T03:30:27.702"/>
    </inkml:context>
    <inkml:brush xml:id="br0">
      <inkml:brushProperty name="width" value="0.1" units="cm"/>
      <inkml:brushProperty name="height" value="0.1" units="cm"/>
      <inkml:brushProperty name="color" value="#F6630D"/>
    </inkml:brush>
  </inkml:definitions>
  <inkml:trace contextRef="#ctx0" brushRef="#br0">677 2 24575,'-200'-2'0,"-212"5"0,406-3 0,1 0 0,0 0 0,-1 1 0,1 0 0,0 0 0,0 1 0,-6 2 0,9-4 0,1 1 0,0-1 0,0 1 0,0 0 0,0 0 0,0 0 0,1-1 0,-1 1 0,0 0 0,0 0 0,0 0 0,1 0 0,-1 0 0,1 1 0,-1-1 0,1 0 0,-1 0 0,1 0 0,0 0 0,-1 1 0,1-1 0,0 0 0,0 0 0,0 1 0,0-1 0,0 0 0,0 0 0,0 1 0,0-1 0,1 0 0,-1 0 0,0 0 0,1 0 0,-1 1 0,2 0 0,5 13 0,0-1 0,2 0 0,0 0 0,0-1 0,1 0 0,1-1 0,21 21 0,-11-12 0,93 93 17,81 91-1399,-148-149-5444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9T03:47:18.240"/>
    </inkml:context>
    <inkml:brush xml:id="br0">
      <inkml:brushProperty name="width" value="0.1" units="cm"/>
      <inkml:brushProperty name="height" value="0.1" units="cm"/>
      <inkml:brushProperty name="color" value="#FF0066"/>
    </inkml:brush>
  </inkml:definitions>
  <inkml:trace contextRef="#ctx0" brushRef="#br0">35 1 24575,'0'824'0,"0"-817"-69,1 8-93,-1 0 0,-1 0 0,0 0 0,-1 0 0,0-1 0,-1 1 0,-8 19 0,-5-3-6664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9T03:47:19.893"/>
    </inkml:context>
    <inkml:brush xml:id="br0">
      <inkml:brushProperty name="width" value="0.1" units="cm"/>
      <inkml:brushProperty name="height" value="0.1" units="cm"/>
      <inkml:brushProperty name="color" value="#FF0066"/>
    </inkml:brush>
  </inkml:definitions>
  <inkml:trace contextRef="#ctx0" brushRef="#br0">321 1 24575,'-4'4'0,"-6"6"0,-5 6 0,0 7 0,2 6 0,4 0 0,-1 1 0,-4 0 0,-2-3 0,-4 0 0,-3-1 0,0-1 0,-2 0 0,-1 0 0,1 0 0,-1 0 0,1-1 0,4-3-8191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9T03:47:21.270"/>
    </inkml:context>
    <inkml:brush xml:id="br0">
      <inkml:brushProperty name="width" value="0.1" units="cm"/>
      <inkml:brushProperty name="height" value="0.1" units="cm"/>
      <inkml:brushProperty name="color" value="#FF0066"/>
    </inkml:brush>
  </inkml:definitions>
  <inkml:trace contextRef="#ctx0" brushRef="#br0">1 0 24575,'8'4'0,"0"0"0,0 0 0,0 1 0,0 0 0,-1 1 0,0-1 0,7 8 0,22 16 0,-24-21 0,1-1 0,0-1 0,0 0 0,1 0 0,-1-1 0,1-1 0,1 0 0,-1-1 0,0-1 0,28 2 0,3-5 0,-1-1 0,54-10 0,52-3 0,-136 14-97,1 2-30,0-1 0,0-1 1,-1 0-1,1-1 0,0-1 0,-1 0 0,1-1 1,-1-1-1,14-6 0,-2-4-6699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9T03:47:26.823"/>
    </inkml:context>
    <inkml:brush xml:id="br0">
      <inkml:brushProperty name="width" value="0.1" units="cm"/>
      <inkml:brushProperty name="height" value="0.1" units="cm"/>
      <inkml:brushProperty name="color" value="#FF0066"/>
    </inkml:brush>
  </inkml:definitions>
  <inkml:trace contextRef="#ctx0" brushRef="#br0">1 621 24575,'1'-31'0,"3"1"0,0-1 0,13-43 0,5-29 0,-18 78 0,1 1 0,1 0 0,2 0 0,0 0 0,1 1 0,21-37 0,-23 48 0,0 1 0,0 0 0,2 0 0,-1 1 0,1 0 0,0 1 0,1 0 0,0 0 0,1 1 0,0 0 0,0 1 0,0 1 0,1-1 0,16-5 0,-23 10 0,0 1 0,1 0 0,-1 0 0,0 0 0,0 0 0,0 1 0,1 0 0,-1 0 0,0 0 0,1 1 0,-1 0 0,0 0 0,0 0 0,9 3 0,-7 0 0,0 0 0,0 0 0,0 0 0,0 1 0,-1 0 0,1 0 0,-1 0 0,9 11 0,3 8 0,-1 1 0,0 1 0,-2 0 0,12 30 0,-22-46 0,4 10 0,-1 2 0,-1-1 0,-1 1 0,0 0 0,-2 0 0,3 43 0,-10 139 0,-2-82 0,5-101 0,0 0 0,-7 36 0,5-50 0,0 1 0,0-1 0,-1 0 0,1 0 0,-2 0 0,1 0 0,-1 0 0,0-1 0,0 0 0,-1 0 0,-5 6 0,-75 93 0,37-42 0,34-44 0,1-1 0,0 2 0,2 0 0,0 0 0,1 1 0,2 1 0,0-1 0,1 1 0,1 1 0,-4 31 0,-29 125 0,27-127 0,14-57 0,-1-1 0,1 1 0,0-1 0,1 1 0,-1 0 0,1 0 0,0 0 0,1 0 0,6-8 0,13-7 0,28-19 0,-27 21 0,29-27 0,-46 39 0,1-1 0,0 1 0,0 0 0,1 1 0,-1 0 0,1 0 0,0 1 0,0 0 0,1 1 0,17-5 0,3 3 0,0 1 0,37 0 0,-37 3 0,-1-1 0,44-9 0,-50 6 24,1-2 0,-1-1 0,-1 0 0,25-14 0,-40 18-117,0 0 0,0 0 1,0-1-1,0 0 0,-1-1 0,0 1 0,0-1 0,-1 0 1,1-1-1,-1 1 0,-1-1 0,1 0 0,-1 0 1,-1-1-1,5-10 0,3-19-6733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9T03:48:25.535"/>
    </inkml:context>
    <inkml:brush xml:id="br0">
      <inkml:brushProperty name="width" value="0.1" units="cm"/>
      <inkml:brushProperty name="height" value="0.1" units="cm"/>
      <inkml:brushProperty name="color" value="#FF0066"/>
    </inkml:brush>
  </inkml:definitions>
  <inkml:trace contextRef="#ctx0" brushRef="#br0">0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1B24E-B785-0710-1144-C44EFCCE12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1AAE33-7CF4-A06A-6526-2315D8B08B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8B901B-357F-80BC-5DE5-0A0F91590981}"/>
              </a:ext>
            </a:extLst>
          </p:cNvPr>
          <p:cNvSpPr>
            <a:spLocks noGrp="1"/>
          </p:cNvSpPr>
          <p:nvPr>
            <p:ph type="dt" sz="half" idx="10"/>
          </p:nvPr>
        </p:nvSpPr>
        <p:spPr/>
        <p:txBody>
          <a:bodyPr/>
          <a:lstStyle/>
          <a:p>
            <a:fld id="{4DD32B44-2DBD-4538-95B9-060C09C42632}" type="datetimeFigureOut">
              <a:rPr lang="en-IN" smtClean="0"/>
              <a:t>22-03-2024</a:t>
            </a:fld>
            <a:endParaRPr lang="en-IN"/>
          </a:p>
        </p:txBody>
      </p:sp>
      <p:sp>
        <p:nvSpPr>
          <p:cNvPr id="5" name="Footer Placeholder 4">
            <a:extLst>
              <a:ext uri="{FF2B5EF4-FFF2-40B4-BE49-F238E27FC236}">
                <a16:creationId xmlns:a16="http://schemas.microsoft.com/office/drawing/2014/main" id="{D070ECCC-1D38-0D8A-763C-3D9066C9D8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DF8CF7-0277-ABDA-034D-4947D77C550C}"/>
              </a:ext>
            </a:extLst>
          </p:cNvPr>
          <p:cNvSpPr>
            <a:spLocks noGrp="1"/>
          </p:cNvSpPr>
          <p:nvPr>
            <p:ph type="sldNum" sz="quarter" idx="12"/>
          </p:nvPr>
        </p:nvSpPr>
        <p:spPr/>
        <p:txBody>
          <a:bodyPr/>
          <a:lstStyle/>
          <a:p>
            <a:fld id="{8676C9C7-4074-436C-A065-ADBE7ACEEAA0}" type="slidenum">
              <a:rPr lang="en-IN" smtClean="0"/>
              <a:t>‹#›</a:t>
            </a:fld>
            <a:endParaRPr lang="en-IN"/>
          </a:p>
        </p:txBody>
      </p:sp>
    </p:spTree>
    <p:extLst>
      <p:ext uri="{BB962C8B-B14F-4D97-AF65-F5344CB8AC3E}">
        <p14:creationId xmlns:p14="http://schemas.microsoft.com/office/powerpoint/2010/main" val="1739105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5BC32-6F73-9CAB-A655-662D6C6FE8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9C163D-FBCF-7899-B8B4-957BC30679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F77721-2102-DF67-F869-547B4237A4C5}"/>
              </a:ext>
            </a:extLst>
          </p:cNvPr>
          <p:cNvSpPr>
            <a:spLocks noGrp="1"/>
          </p:cNvSpPr>
          <p:nvPr>
            <p:ph type="dt" sz="half" idx="10"/>
          </p:nvPr>
        </p:nvSpPr>
        <p:spPr/>
        <p:txBody>
          <a:bodyPr/>
          <a:lstStyle/>
          <a:p>
            <a:fld id="{4DD32B44-2DBD-4538-95B9-060C09C42632}" type="datetimeFigureOut">
              <a:rPr lang="en-IN" smtClean="0"/>
              <a:t>22-03-2024</a:t>
            </a:fld>
            <a:endParaRPr lang="en-IN"/>
          </a:p>
        </p:txBody>
      </p:sp>
      <p:sp>
        <p:nvSpPr>
          <p:cNvPr id="5" name="Footer Placeholder 4">
            <a:extLst>
              <a:ext uri="{FF2B5EF4-FFF2-40B4-BE49-F238E27FC236}">
                <a16:creationId xmlns:a16="http://schemas.microsoft.com/office/drawing/2014/main" id="{696118A3-7CA6-FD93-4DE8-3AA597F0F2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08CA77-100F-212B-7A67-C9B1DCA58649}"/>
              </a:ext>
            </a:extLst>
          </p:cNvPr>
          <p:cNvSpPr>
            <a:spLocks noGrp="1"/>
          </p:cNvSpPr>
          <p:nvPr>
            <p:ph type="sldNum" sz="quarter" idx="12"/>
          </p:nvPr>
        </p:nvSpPr>
        <p:spPr/>
        <p:txBody>
          <a:bodyPr/>
          <a:lstStyle/>
          <a:p>
            <a:fld id="{8676C9C7-4074-436C-A065-ADBE7ACEEAA0}" type="slidenum">
              <a:rPr lang="en-IN" smtClean="0"/>
              <a:t>‹#›</a:t>
            </a:fld>
            <a:endParaRPr lang="en-IN"/>
          </a:p>
        </p:txBody>
      </p:sp>
    </p:spTree>
    <p:extLst>
      <p:ext uri="{BB962C8B-B14F-4D97-AF65-F5344CB8AC3E}">
        <p14:creationId xmlns:p14="http://schemas.microsoft.com/office/powerpoint/2010/main" val="3974761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B6073-5523-B13D-276B-15B1DF777D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155882F-5254-DB88-9C77-9DD430A57E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8B3AC0-1381-54AA-D195-71493AD57FBE}"/>
              </a:ext>
            </a:extLst>
          </p:cNvPr>
          <p:cNvSpPr>
            <a:spLocks noGrp="1"/>
          </p:cNvSpPr>
          <p:nvPr>
            <p:ph type="dt" sz="half" idx="10"/>
          </p:nvPr>
        </p:nvSpPr>
        <p:spPr/>
        <p:txBody>
          <a:bodyPr/>
          <a:lstStyle/>
          <a:p>
            <a:fld id="{4DD32B44-2DBD-4538-95B9-060C09C42632}" type="datetimeFigureOut">
              <a:rPr lang="en-IN" smtClean="0"/>
              <a:t>22-03-2024</a:t>
            </a:fld>
            <a:endParaRPr lang="en-IN"/>
          </a:p>
        </p:txBody>
      </p:sp>
      <p:sp>
        <p:nvSpPr>
          <p:cNvPr id="5" name="Footer Placeholder 4">
            <a:extLst>
              <a:ext uri="{FF2B5EF4-FFF2-40B4-BE49-F238E27FC236}">
                <a16:creationId xmlns:a16="http://schemas.microsoft.com/office/drawing/2014/main" id="{632F66CC-8C16-9DF4-BDCA-F0AA6DF47E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3F6B3D-8D9F-88DD-3451-41F3605D9F13}"/>
              </a:ext>
            </a:extLst>
          </p:cNvPr>
          <p:cNvSpPr>
            <a:spLocks noGrp="1"/>
          </p:cNvSpPr>
          <p:nvPr>
            <p:ph type="sldNum" sz="quarter" idx="12"/>
          </p:nvPr>
        </p:nvSpPr>
        <p:spPr/>
        <p:txBody>
          <a:bodyPr/>
          <a:lstStyle/>
          <a:p>
            <a:fld id="{8676C9C7-4074-436C-A065-ADBE7ACEEAA0}" type="slidenum">
              <a:rPr lang="en-IN" smtClean="0"/>
              <a:t>‹#›</a:t>
            </a:fld>
            <a:endParaRPr lang="en-IN"/>
          </a:p>
        </p:txBody>
      </p:sp>
    </p:spTree>
    <p:extLst>
      <p:ext uri="{BB962C8B-B14F-4D97-AF65-F5344CB8AC3E}">
        <p14:creationId xmlns:p14="http://schemas.microsoft.com/office/powerpoint/2010/main" val="1433717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7AAAA-D675-E42B-A142-C39325C112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A97804-EDB2-B03A-EFC4-3DA558D5F0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FAC2784-08B6-D91F-A877-A19A370A0F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355D8B7-64CA-DFE5-287E-145C99B66DDD}"/>
              </a:ext>
            </a:extLst>
          </p:cNvPr>
          <p:cNvSpPr>
            <a:spLocks noGrp="1"/>
          </p:cNvSpPr>
          <p:nvPr>
            <p:ph type="dt" sz="half" idx="10"/>
          </p:nvPr>
        </p:nvSpPr>
        <p:spPr/>
        <p:txBody>
          <a:bodyPr/>
          <a:lstStyle/>
          <a:p>
            <a:fld id="{4DD32B44-2DBD-4538-95B9-060C09C42632}" type="datetimeFigureOut">
              <a:rPr lang="en-IN" smtClean="0"/>
              <a:t>22-03-2024</a:t>
            </a:fld>
            <a:endParaRPr lang="en-IN"/>
          </a:p>
        </p:txBody>
      </p:sp>
      <p:sp>
        <p:nvSpPr>
          <p:cNvPr id="6" name="Footer Placeholder 5">
            <a:extLst>
              <a:ext uri="{FF2B5EF4-FFF2-40B4-BE49-F238E27FC236}">
                <a16:creationId xmlns:a16="http://schemas.microsoft.com/office/drawing/2014/main" id="{826ECFC5-6F69-538E-40AC-15671556E6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D12D46-696D-A3EB-4FE5-612583FA24BF}"/>
              </a:ext>
            </a:extLst>
          </p:cNvPr>
          <p:cNvSpPr>
            <a:spLocks noGrp="1"/>
          </p:cNvSpPr>
          <p:nvPr>
            <p:ph type="sldNum" sz="quarter" idx="12"/>
          </p:nvPr>
        </p:nvSpPr>
        <p:spPr/>
        <p:txBody>
          <a:bodyPr/>
          <a:lstStyle/>
          <a:p>
            <a:fld id="{8676C9C7-4074-436C-A065-ADBE7ACEEAA0}" type="slidenum">
              <a:rPr lang="en-IN" smtClean="0"/>
              <a:t>‹#›</a:t>
            </a:fld>
            <a:endParaRPr lang="en-IN"/>
          </a:p>
        </p:txBody>
      </p:sp>
    </p:spTree>
    <p:extLst>
      <p:ext uri="{BB962C8B-B14F-4D97-AF65-F5344CB8AC3E}">
        <p14:creationId xmlns:p14="http://schemas.microsoft.com/office/powerpoint/2010/main" val="1594913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01125-37AC-DF3E-34B2-0E4F3ADFD2E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8A30F4-A9D0-B875-83E1-D15C127818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8E722D-6B66-2A2B-0E17-D4A2EC60BC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0E9193E-CBBF-EDDA-6110-EEA7668396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DEF41-FE16-17DB-F07D-9A9F855841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BA7B31B-5CEC-C86F-5F47-74E9B0258929}"/>
              </a:ext>
            </a:extLst>
          </p:cNvPr>
          <p:cNvSpPr>
            <a:spLocks noGrp="1"/>
          </p:cNvSpPr>
          <p:nvPr>
            <p:ph type="dt" sz="half" idx="10"/>
          </p:nvPr>
        </p:nvSpPr>
        <p:spPr/>
        <p:txBody>
          <a:bodyPr/>
          <a:lstStyle/>
          <a:p>
            <a:fld id="{4DD32B44-2DBD-4538-95B9-060C09C42632}" type="datetimeFigureOut">
              <a:rPr lang="en-IN" smtClean="0"/>
              <a:t>22-03-2024</a:t>
            </a:fld>
            <a:endParaRPr lang="en-IN"/>
          </a:p>
        </p:txBody>
      </p:sp>
      <p:sp>
        <p:nvSpPr>
          <p:cNvPr id="8" name="Footer Placeholder 7">
            <a:extLst>
              <a:ext uri="{FF2B5EF4-FFF2-40B4-BE49-F238E27FC236}">
                <a16:creationId xmlns:a16="http://schemas.microsoft.com/office/drawing/2014/main" id="{38DD4BAB-4042-BAB3-466E-0931A77763C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3A5E610-2E40-0A31-F053-6793D7FDCF3F}"/>
              </a:ext>
            </a:extLst>
          </p:cNvPr>
          <p:cNvSpPr>
            <a:spLocks noGrp="1"/>
          </p:cNvSpPr>
          <p:nvPr>
            <p:ph type="sldNum" sz="quarter" idx="12"/>
          </p:nvPr>
        </p:nvSpPr>
        <p:spPr/>
        <p:txBody>
          <a:bodyPr/>
          <a:lstStyle/>
          <a:p>
            <a:fld id="{8676C9C7-4074-436C-A065-ADBE7ACEEAA0}" type="slidenum">
              <a:rPr lang="en-IN" smtClean="0"/>
              <a:t>‹#›</a:t>
            </a:fld>
            <a:endParaRPr lang="en-IN"/>
          </a:p>
        </p:txBody>
      </p:sp>
    </p:spTree>
    <p:extLst>
      <p:ext uri="{BB962C8B-B14F-4D97-AF65-F5344CB8AC3E}">
        <p14:creationId xmlns:p14="http://schemas.microsoft.com/office/powerpoint/2010/main" val="989860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8F401-52AC-D0F1-0197-9EA3A4E263E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C66957-A5E0-7DF7-A72D-689E106D3898}"/>
              </a:ext>
            </a:extLst>
          </p:cNvPr>
          <p:cNvSpPr>
            <a:spLocks noGrp="1"/>
          </p:cNvSpPr>
          <p:nvPr>
            <p:ph type="dt" sz="half" idx="10"/>
          </p:nvPr>
        </p:nvSpPr>
        <p:spPr/>
        <p:txBody>
          <a:bodyPr/>
          <a:lstStyle/>
          <a:p>
            <a:fld id="{4DD32B44-2DBD-4538-95B9-060C09C42632}" type="datetimeFigureOut">
              <a:rPr lang="en-IN" smtClean="0"/>
              <a:t>22-03-2024</a:t>
            </a:fld>
            <a:endParaRPr lang="en-IN"/>
          </a:p>
        </p:txBody>
      </p:sp>
      <p:sp>
        <p:nvSpPr>
          <p:cNvPr id="4" name="Footer Placeholder 3">
            <a:extLst>
              <a:ext uri="{FF2B5EF4-FFF2-40B4-BE49-F238E27FC236}">
                <a16:creationId xmlns:a16="http://schemas.microsoft.com/office/drawing/2014/main" id="{06DAF510-ABB3-BA4C-DD71-7B050CA099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0B823CA-CCB5-39D1-BD50-44900D47619C}"/>
              </a:ext>
            </a:extLst>
          </p:cNvPr>
          <p:cNvSpPr>
            <a:spLocks noGrp="1"/>
          </p:cNvSpPr>
          <p:nvPr>
            <p:ph type="sldNum" sz="quarter" idx="12"/>
          </p:nvPr>
        </p:nvSpPr>
        <p:spPr/>
        <p:txBody>
          <a:bodyPr/>
          <a:lstStyle/>
          <a:p>
            <a:fld id="{8676C9C7-4074-436C-A065-ADBE7ACEEAA0}" type="slidenum">
              <a:rPr lang="en-IN" smtClean="0"/>
              <a:t>‹#›</a:t>
            </a:fld>
            <a:endParaRPr lang="en-IN"/>
          </a:p>
        </p:txBody>
      </p:sp>
    </p:spTree>
    <p:extLst>
      <p:ext uri="{BB962C8B-B14F-4D97-AF65-F5344CB8AC3E}">
        <p14:creationId xmlns:p14="http://schemas.microsoft.com/office/powerpoint/2010/main" val="142649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F90751-4783-0090-77C2-322938B5D994}"/>
              </a:ext>
            </a:extLst>
          </p:cNvPr>
          <p:cNvSpPr>
            <a:spLocks noGrp="1"/>
          </p:cNvSpPr>
          <p:nvPr>
            <p:ph type="dt" sz="half" idx="10"/>
          </p:nvPr>
        </p:nvSpPr>
        <p:spPr/>
        <p:txBody>
          <a:bodyPr/>
          <a:lstStyle/>
          <a:p>
            <a:fld id="{4DD32B44-2DBD-4538-95B9-060C09C42632}" type="datetimeFigureOut">
              <a:rPr lang="en-IN" smtClean="0"/>
              <a:t>22-03-2024</a:t>
            </a:fld>
            <a:endParaRPr lang="en-IN"/>
          </a:p>
        </p:txBody>
      </p:sp>
      <p:sp>
        <p:nvSpPr>
          <p:cNvPr id="3" name="Footer Placeholder 2">
            <a:extLst>
              <a:ext uri="{FF2B5EF4-FFF2-40B4-BE49-F238E27FC236}">
                <a16:creationId xmlns:a16="http://schemas.microsoft.com/office/drawing/2014/main" id="{668D6D1F-2164-5460-CE2D-09180E65254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574754-5742-4B0A-E742-7161606F1A3C}"/>
              </a:ext>
            </a:extLst>
          </p:cNvPr>
          <p:cNvSpPr>
            <a:spLocks noGrp="1"/>
          </p:cNvSpPr>
          <p:nvPr>
            <p:ph type="sldNum" sz="quarter" idx="12"/>
          </p:nvPr>
        </p:nvSpPr>
        <p:spPr/>
        <p:txBody>
          <a:bodyPr/>
          <a:lstStyle/>
          <a:p>
            <a:fld id="{8676C9C7-4074-436C-A065-ADBE7ACEEAA0}" type="slidenum">
              <a:rPr lang="en-IN" smtClean="0"/>
              <a:t>‹#›</a:t>
            </a:fld>
            <a:endParaRPr lang="en-IN"/>
          </a:p>
        </p:txBody>
      </p:sp>
    </p:spTree>
    <p:extLst>
      <p:ext uri="{BB962C8B-B14F-4D97-AF65-F5344CB8AC3E}">
        <p14:creationId xmlns:p14="http://schemas.microsoft.com/office/powerpoint/2010/main" val="1764497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A8B50-47D3-23C7-F947-F73CC7AD6E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5600612-5F71-2D5C-BD7A-838687866B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E0DA26C-8866-FE67-3414-D6DBE6DB5F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DDC492-82A9-97A2-5FE6-BCCC2E3C5B5A}"/>
              </a:ext>
            </a:extLst>
          </p:cNvPr>
          <p:cNvSpPr>
            <a:spLocks noGrp="1"/>
          </p:cNvSpPr>
          <p:nvPr>
            <p:ph type="dt" sz="half" idx="10"/>
          </p:nvPr>
        </p:nvSpPr>
        <p:spPr/>
        <p:txBody>
          <a:bodyPr/>
          <a:lstStyle/>
          <a:p>
            <a:fld id="{4DD32B44-2DBD-4538-95B9-060C09C42632}" type="datetimeFigureOut">
              <a:rPr lang="en-IN" smtClean="0"/>
              <a:t>22-03-2024</a:t>
            </a:fld>
            <a:endParaRPr lang="en-IN"/>
          </a:p>
        </p:txBody>
      </p:sp>
      <p:sp>
        <p:nvSpPr>
          <p:cNvPr id="6" name="Footer Placeholder 5">
            <a:extLst>
              <a:ext uri="{FF2B5EF4-FFF2-40B4-BE49-F238E27FC236}">
                <a16:creationId xmlns:a16="http://schemas.microsoft.com/office/drawing/2014/main" id="{771DBB43-C06D-1192-F45E-55D637C8BD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477AC6-1485-D799-AF37-69658C4949B9}"/>
              </a:ext>
            </a:extLst>
          </p:cNvPr>
          <p:cNvSpPr>
            <a:spLocks noGrp="1"/>
          </p:cNvSpPr>
          <p:nvPr>
            <p:ph type="sldNum" sz="quarter" idx="12"/>
          </p:nvPr>
        </p:nvSpPr>
        <p:spPr/>
        <p:txBody>
          <a:bodyPr/>
          <a:lstStyle/>
          <a:p>
            <a:fld id="{8676C9C7-4074-436C-A065-ADBE7ACEEAA0}" type="slidenum">
              <a:rPr lang="en-IN" smtClean="0"/>
              <a:t>‹#›</a:t>
            </a:fld>
            <a:endParaRPr lang="en-IN"/>
          </a:p>
        </p:txBody>
      </p:sp>
    </p:spTree>
    <p:extLst>
      <p:ext uri="{BB962C8B-B14F-4D97-AF65-F5344CB8AC3E}">
        <p14:creationId xmlns:p14="http://schemas.microsoft.com/office/powerpoint/2010/main" val="1383072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893CC-76B0-967B-E1D6-40D8940B44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8A1C7EF-A660-4EC5-8E11-2F5473DC65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8DBC8BD-678C-E2DC-F577-48843599E7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266469-6B72-69E5-024B-D3A5BA471C39}"/>
              </a:ext>
            </a:extLst>
          </p:cNvPr>
          <p:cNvSpPr>
            <a:spLocks noGrp="1"/>
          </p:cNvSpPr>
          <p:nvPr>
            <p:ph type="dt" sz="half" idx="10"/>
          </p:nvPr>
        </p:nvSpPr>
        <p:spPr/>
        <p:txBody>
          <a:bodyPr/>
          <a:lstStyle/>
          <a:p>
            <a:fld id="{4DD32B44-2DBD-4538-95B9-060C09C42632}" type="datetimeFigureOut">
              <a:rPr lang="en-IN" smtClean="0"/>
              <a:t>22-03-2024</a:t>
            </a:fld>
            <a:endParaRPr lang="en-IN"/>
          </a:p>
        </p:txBody>
      </p:sp>
      <p:sp>
        <p:nvSpPr>
          <p:cNvPr id="6" name="Footer Placeholder 5">
            <a:extLst>
              <a:ext uri="{FF2B5EF4-FFF2-40B4-BE49-F238E27FC236}">
                <a16:creationId xmlns:a16="http://schemas.microsoft.com/office/drawing/2014/main" id="{8F2EEF9B-14C7-8225-6FB2-D23B870FEC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D9183B-E3DD-DF42-5656-6FCBFA26BBAA}"/>
              </a:ext>
            </a:extLst>
          </p:cNvPr>
          <p:cNvSpPr>
            <a:spLocks noGrp="1"/>
          </p:cNvSpPr>
          <p:nvPr>
            <p:ph type="sldNum" sz="quarter" idx="12"/>
          </p:nvPr>
        </p:nvSpPr>
        <p:spPr/>
        <p:txBody>
          <a:bodyPr/>
          <a:lstStyle/>
          <a:p>
            <a:fld id="{8676C9C7-4074-436C-A065-ADBE7ACEEAA0}" type="slidenum">
              <a:rPr lang="en-IN" smtClean="0"/>
              <a:t>‹#›</a:t>
            </a:fld>
            <a:endParaRPr lang="en-IN"/>
          </a:p>
        </p:txBody>
      </p:sp>
    </p:spTree>
    <p:extLst>
      <p:ext uri="{BB962C8B-B14F-4D97-AF65-F5344CB8AC3E}">
        <p14:creationId xmlns:p14="http://schemas.microsoft.com/office/powerpoint/2010/main" val="787645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9B6A0-C4E0-93E7-395F-15F724CB1F2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6BDB11-9449-DD6D-AF8B-923ECB9C7D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C0225A-D766-A6BE-0BEC-0702A9891C43}"/>
              </a:ext>
            </a:extLst>
          </p:cNvPr>
          <p:cNvSpPr>
            <a:spLocks noGrp="1"/>
          </p:cNvSpPr>
          <p:nvPr>
            <p:ph type="dt" sz="half" idx="10"/>
          </p:nvPr>
        </p:nvSpPr>
        <p:spPr/>
        <p:txBody>
          <a:bodyPr/>
          <a:lstStyle/>
          <a:p>
            <a:fld id="{4DD32B44-2DBD-4538-95B9-060C09C42632}" type="datetimeFigureOut">
              <a:rPr lang="en-IN" smtClean="0"/>
              <a:t>22-03-2024</a:t>
            </a:fld>
            <a:endParaRPr lang="en-IN"/>
          </a:p>
        </p:txBody>
      </p:sp>
      <p:sp>
        <p:nvSpPr>
          <p:cNvPr id="5" name="Footer Placeholder 4">
            <a:extLst>
              <a:ext uri="{FF2B5EF4-FFF2-40B4-BE49-F238E27FC236}">
                <a16:creationId xmlns:a16="http://schemas.microsoft.com/office/drawing/2014/main" id="{E45350B9-75D4-1330-48EC-3A512838AC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264E8A-3B3C-14C0-F9C3-43B07475403B}"/>
              </a:ext>
            </a:extLst>
          </p:cNvPr>
          <p:cNvSpPr>
            <a:spLocks noGrp="1"/>
          </p:cNvSpPr>
          <p:nvPr>
            <p:ph type="sldNum" sz="quarter" idx="12"/>
          </p:nvPr>
        </p:nvSpPr>
        <p:spPr/>
        <p:txBody>
          <a:bodyPr/>
          <a:lstStyle/>
          <a:p>
            <a:fld id="{8676C9C7-4074-436C-A065-ADBE7ACEEAA0}" type="slidenum">
              <a:rPr lang="en-IN" smtClean="0"/>
              <a:t>‹#›</a:t>
            </a:fld>
            <a:endParaRPr lang="en-IN"/>
          </a:p>
        </p:txBody>
      </p:sp>
    </p:spTree>
    <p:extLst>
      <p:ext uri="{BB962C8B-B14F-4D97-AF65-F5344CB8AC3E}">
        <p14:creationId xmlns:p14="http://schemas.microsoft.com/office/powerpoint/2010/main" val="2956737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A963B1-3EA0-004A-25C2-601A38D9E91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B2D753-700E-CEED-F791-7D04A46D2B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B4391B-4A1D-27A7-9963-18D8FDE70383}"/>
              </a:ext>
            </a:extLst>
          </p:cNvPr>
          <p:cNvSpPr>
            <a:spLocks noGrp="1"/>
          </p:cNvSpPr>
          <p:nvPr>
            <p:ph type="dt" sz="half" idx="10"/>
          </p:nvPr>
        </p:nvSpPr>
        <p:spPr/>
        <p:txBody>
          <a:bodyPr/>
          <a:lstStyle/>
          <a:p>
            <a:fld id="{4DD32B44-2DBD-4538-95B9-060C09C42632}" type="datetimeFigureOut">
              <a:rPr lang="en-IN" smtClean="0"/>
              <a:t>22-03-2024</a:t>
            </a:fld>
            <a:endParaRPr lang="en-IN"/>
          </a:p>
        </p:txBody>
      </p:sp>
      <p:sp>
        <p:nvSpPr>
          <p:cNvPr id="5" name="Footer Placeholder 4">
            <a:extLst>
              <a:ext uri="{FF2B5EF4-FFF2-40B4-BE49-F238E27FC236}">
                <a16:creationId xmlns:a16="http://schemas.microsoft.com/office/drawing/2014/main" id="{A676AC22-1438-C66F-BD8E-84EF5F54FB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46F7A8-832B-33CB-C85E-C7FB9C3DD579}"/>
              </a:ext>
            </a:extLst>
          </p:cNvPr>
          <p:cNvSpPr>
            <a:spLocks noGrp="1"/>
          </p:cNvSpPr>
          <p:nvPr>
            <p:ph type="sldNum" sz="quarter" idx="12"/>
          </p:nvPr>
        </p:nvSpPr>
        <p:spPr/>
        <p:txBody>
          <a:bodyPr/>
          <a:lstStyle/>
          <a:p>
            <a:fld id="{8676C9C7-4074-436C-A065-ADBE7ACEEAA0}" type="slidenum">
              <a:rPr lang="en-IN" smtClean="0"/>
              <a:t>‹#›</a:t>
            </a:fld>
            <a:endParaRPr lang="en-IN"/>
          </a:p>
        </p:txBody>
      </p:sp>
    </p:spTree>
    <p:extLst>
      <p:ext uri="{BB962C8B-B14F-4D97-AF65-F5344CB8AC3E}">
        <p14:creationId xmlns:p14="http://schemas.microsoft.com/office/powerpoint/2010/main" val="261192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E8BA93-582D-E763-F7F8-24F7E225AF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B0613E-1619-0589-C910-3ACB229CF0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4F459E-5C54-414D-D300-DA5B56CD4F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D32B44-2DBD-4538-95B9-060C09C42632}" type="datetimeFigureOut">
              <a:rPr lang="en-IN" smtClean="0"/>
              <a:t>22-03-2024</a:t>
            </a:fld>
            <a:endParaRPr lang="en-IN"/>
          </a:p>
        </p:txBody>
      </p:sp>
      <p:sp>
        <p:nvSpPr>
          <p:cNvPr id="5" name="Footer Placeholder 4">
            <a:extLst>
              <a:ext uri="{FF2B5EF4-FFF2-40B4-BE49-F238E27FC236}">
                <a16:creationId xmlns:a16="http://schemas.microsoft.com/office/drawing/2014/main" id="{AB77F223-6360-BC14-7367-8CD3C0D3DD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41D43C4-83D1-2996-3AF2-DFF65863E0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76C9C7-4074-436C-A065-ADBE7ACEEAA0}" type="slidenum">
              <a:rPr lang="en-IN" smtClean="0"/>
              <a:t>‹#›</a:t>
            </a:fld>
            <a:endParaRPr lang="en-IN"/>
          </a:p>
        </p:txBody>
      </p:sp>
    </p:spTree>
    <p:extLst>
      <p:ext uri="{BB962C8B-B14F-4D97-AF65-F5344CB8AC3E}">
        <p14:creationId xmlns:p14="http://schemas.microsoft.com/office/powerpoint/2010/main" val="20533314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16.png"/><Relationship Id="rId4" Type="http://schemas.openxmlformats.org/officeDocument/2006/relationships/customXml" Target="../ink/ink1.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customXml" Target="../ink/ink3.xml"/><Relationship Id="rId7" Type="http://schemas.openxmlformats.org/officeDocument/2006/relationships/customXml" Target="../ink/ink5.xml"/><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customXml" Target="../ink/ink4.xml"/><Relationship Id="rId10" Type="http://schemas.openxmlformats.org/officeDocument/2006/relationships/image" Target="../media/image24.png"/><Relationship Id="rId4" Type="http://schemas.openxmlformats.org/officeDocument/2006/relationships/image" Target="../media/image21.png"/><Relationship Id="rId9" Type="http://schemas.openxmlformats.org/officeDocument/2006/relationships/customXml" Target="../ink/ink6.xml"/></Relationships>
</file>

<file path=ppt/slides/_rels/slide1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6B3F4E-5AA5-4F22-4F44-FC139FC36FA9}"/>
              </a:ext>
            </a:extLst>
          </p:cNvPr>
          <p:cNvPicPr>
            <a:picLocks noChangeAspect="1"/>
          </p:cNvPicPr>
          <p:nvPr/>
        </p:nvPicPr>
        <p:blipFill>
          <a:blip r:embed="rId2"/>
          <a:stretch>
            <a:fillRect/>
          </a:stretch>
        </p:blipFill>
        <p:spPr>
          <a:xfrm>
            <a:off x="0" y="510166"/>
            <a:ext cx="12192000" cy="5837667"/>
          </a:xfrm>
          <a:prstGeom prst="rect">
            <a:avLst/>
          </a:prstGeom>
        </p:spPr>
      </p:pic>
    </p:spTree>
    <p:extLst>
      <p:ext uri="{BB962C8B-B14F-4D97-AF65-F5344CB8AC3E}">
        <p14:creationId xmlns:p14="http://schemas.microsoft.com/office/powerpoint/2010/main" val="3830204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7BD0E26-1B5A-38EE-EBF0-62FCBA64E5CF}"/>
              </a:ext>
            </a:extLst>
          </p:cNvPr>
          <p:cNvPicPr>
            <a:picLocks noGrp="1" noChangeAspect="1"/>
          </p:cNvPicPr>
          <p:nvPr>
            <p:ph idx="1"/>
          </p:nvPr>
        </p:nvPicPr>
        <p:blipFill>
          <a:blip r:embed="rId2"/>
          <a:stretch>
            <a:fillRect/>
          </a:stretch>
        </p:blipFill>
        <p:spPr>
          <a:xfrm>
            <a:off x="1709683" y="1825625"/>
            <a:ext cx="8772633" cy="4351338"/>
          </a:xfrm>
        </p:spPr>
      </p:pic>
    </p:spTree>
    <p:extLst>
      <p:ext uri="{BB962C8B-B14F-4D97-AF65-F5344CB8AC3E}">
        <p14:creationId xmlns:p14="http://schemas.microsoft.com/office/powerpoint/2010/main" val="1114673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E6E82F9-5B42-0D1D-F90A-3459676373AF}"/>
              </a:ext>
            </a:extLst>
          </p:cNvPr>
          <p:cNvPicPr>
            <a:picLocks noGrp="1" noChangeAspect="1"/>
          </p:cNvPicPr>
          <p:nvPr>
            <p:ph idx="1"/>
          </p:nvPr>
        </p:nvPicPr>
        <p:blipFill>
          <a:blip r:embed="rId2"/>
          <a:stretch>
            <a:fillRect/>
          </a:stretch>
        </p:blipFill>
        <p:spPr>
          <a:xfrm>
            <a:off x="1642510" y="1180820"/>
            <a:ext cx="8278330" cy="4352925"/>
          </a:xfrm>
        </p:spPr>
      </p:pic>
    </p:spTree>
    <p:extLst>
      <p:ext uri="{BB962C8B-B14F-4D97-AF65-F5344CB8AC3E}">
        <p14:creationId xmlns:p14="http://schemas.microsoft.com/office/powerpoint/2010/main" val="3879083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6EEF02-34C8-D888-5133-14DCFF166844}"/>
              </a:ext>
            </a:extLst>
          </p:cNvPr>
          <p:cNvPicPr>
            <a:picLocks noGrp="1" noChangeAspect="1"/>
          </p:cNvPicPr>
          <p:nvPr>
            <p:ph idx="1"/>
          </p:nvPr>
        </p:nvPicPr>
        <p:blipFill>
          <a:blip r:embed="rId2"/>
          <a:stretch>
            <a:fillRect/>
          </a:stretch>
        </p:blipFill>
        <p:spPr>
          <a:xfrm>
            <a:off x="1566065" y="1350496"/>
            <a:ext cx="8468199" cy="4351338"/>
          </a:xfrm>
        </p:spPr>
      </p:pic>
    </p:spTree>
    <p:extLst>
      <p:ext uri="{BB962C8B-B14F-4D97-AF65-F5344CB8AC3E}">
        <p14:creationId xmlns:p14="http://schemas.microsoft.com/office/powerpoint/2010/main" val="254904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7638E3C-462C-9080-0977-031B08AA9A03}"/>
              </a:ext>
            </a:extLst>
          </p:cNvPr>
          <p:cNvPicPr>
            <a:picLocks noGrp="1" noChangeAspect="1"/>
          </p:cNvPicPr>
          <p:nvPr>
            <p:ph idx="1"/>
          </p:nvPr>
        </p:nvPicPr>
        <p:blipFill>
          <a:blip r:embed="rId2"/>
          <a:stretch>
            <a:fillRect/>
          </a:stretch>
        </p:blipFill>
        <p:spPr>
          <a:xfrm>
            <a:off x="1089559" y="1039906"/>
            <a:ext cx="10012881" cy="5047410"/>
          </a:xfrm>
        </p:spPr>
      </p:pic>
    </p:spTree>
    <p:extLst>
      <p:ext uri="{BB962C8B-B14F-4D97-AF65-F5344CB8AC3E}">
        <p14:creationId xmlns:p14="http://schemas.microsoft.com/office/powerpoint/2010/main" val="2084775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23E62-6C0A-2838-1AE2-E31A34F6652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D217118-0995-877A-6044-E6B399040DE7}"/>
              </a:ext>
            </a:extLst>
          </p:cNvPr>
          <p:cNvPicPr>
            <a:picLocks noGrp="1" noChangeAspect="1"/>
          </p:cNvPicPr>
          <p:nvPr>
            <p:ph idx="1"/>
          </p:nvPr>
        </p:nvPicPr>
        <p:blipFill>
          <a:blip r:embed="rId2"/>
          <a:stretch>
            <a:fillRect/>
          </a:stretch>
        </p:blipFill>
        <p:spPr>
          <a:xfrm>
            <a:off x="2080034" y="1825625"/>
            <a:ext cx="8031932" cy="4351338"/>
          </a:xfrm>
        </p:spPr>
      </p:pic>
    </p:spTree>
    <p:extLst>
      <p:ext uri="{BB962C8B-B14F-4D97-AF65-F5344CB8AC3E}">
        <p14:creationId xmlns:p14="http://schemas.microsoft.com/office/powerpoint/2010/main" val="3447718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2F37A2B-152D-C7F5-A5C2-A233DB975DC2}"/>
              </a:ext>
            </a:extLst>
          </p:cNvPr>
          <p:cNvPicPr>
            <a:picLocks noGrp="1" noChangeAspect="1"/>
          </p:cNvPicPr>
          <p:nvPr>
            <p:ph idx="1"/>
          </p:nvPr>
        </p:nvPicPr>
        <p:blipFill>
          <a:blip r:embed="rId2"/>
          <a:stretch>
            <a:fillRect/>
          </a:stretch>
        </p:blipFill>
        <p:spPr>
          <a:xfrm>
            <a:off x="1096726" y="1950018"/>
            <a:ext cx="2332365" cy="4351338"/>
          </a:xfrm>
        </p:spPr>
      </p:pic>
      <p:sp>
        <p:nvSpPr>
          <p:cNvPr id="4" name="TextBox 3">
            <a:extLst>
              <a:ext uri="{FF2B5EF4-FFF2-40B4-BE49-F238E27FC236}">
                <a16:creationId xmlns:a16="http://schemas.microsoft.com/office/drawing/2014/main" id="{74508BF0-E088-4383-61EF-188EA51D234A}"/>
              </a:ext>
            </a:extLst>
          </p:cNvPr>
          <p:cNvSpPr txBox="1"/>
          <p:nvPr/>
        </p:nvSpPr>
        <p:spPr>
          <a:xfrm>
            <a:off x="932329" y="484094"/>
            <a:ext cx="11186332" cy="1754326"/>
          </a:xfrm>
          <a:prstGeom prst="rect">
            <a:avLst/>
          </a:prstGeom>
          <a:noFill/>
        </p:spPr>
        <p:txBody>
          <a:bodyPr wrap="none" rtlCol="0">
            <a:spAutoFit/>
          </a:bodyPr>
          <a:lstStyle/>
          <a:p>
            <a:r>
              <a:rPr lang="en-IN" dirty="0"/>
              <a:t>Let’s start with first calculation</a:t>
            </a:r>
          </a:p>
          <a:p>
            <a:pPr marL="285750" indent="-285750">
              <a:buFont typeface="Arial" panose="020B0604020202020204" pitchFamily="34" charset="0"/>
              <a:buChar char="•"/>
            </a:pPr>
            <a:r>
              <a:rPr lang="en-IN" dirty="0"/>
              <a:t>Find out sales by the product category  and number of customer associated with each product category.</a:t>
            </a:r>
          </a:p>
          <a:p>
            <a:pPr marL="285750" indent="-285750">
              <a:buFont typeface="Arial" panose="020B0604020202020204" pitchFamily="34" charset="0"/>
              <a:buChar char="•"/>
            </a:pPr>
            <a:r>
              <a:rPr lang="en-IN" dirty="0"/>
              <a:t>For this calculation you have to categorize your sales data by the product category and the number of customer id </a:t>
            </a:r>
          </a:p>
          <a:p>
            <a:r>
              <a:rPr lang="en-IN" dirty="0"/>
              <a:t>     associated with each category</a:t>
            </a:r>
          </a:p>
          <a:p>
            <a:r>
              <a:rPr lang="en-IN" dirty="0"/>
              <a:t>Now see all the fields are in different different tables</a:t>
            </a:r>
          </a:p>
          <a:p>
            <a:endParaRPr lang="en-IN" dirty="0"/>
          </a:p>
        </p:txBody>
      </p:sp>
      <p:pic>
        <p:nvPicPr>
          <p:cNvPr id="10" name="Picture 9">
            <a:extLst>
              <a:ext uri="{FF2B5EF4-FFF2-40B4-BE49-F238E27FC236}">
                <a16:creationId xmlns:a16="http://schemas.microsoft.com/office/drawing/2014/main" id="{A0C09302-1D13-8124-134E-263AFE6D488C}"/>
              </a:ext>
            </a:extLst>
          </p:cNvPr>
          <p:cNvPicPr>
            <a:picLocks noChangeAspect="1"/>
          </p:cNvPicPr>
          <p:nvPr/>
        </p:nvPicPr>
        <p:blipFill>
          <a:blip r:embed="rId3"/>
          <a:stretch>
            <a:fillRect/>
          </a:stretch>
        </p:blipFill>
        <p:spPr>
          <a:xfrm>
            <a:off x="3910161" y="2003605"/>
            <a:ext cx="2055261" cy="4370301"/>
          </a:xfrm>
          <a:prstGeom prst="rect">
            <a:avLst/>
          </a:prstGeom>
        </p:spPr>
      </p:pic>
      <p:pic>
        <p:nvPicPr>
          <p:cNvPr id="12" name="Picture 11">
            <a:extLst>
              <a:ext uri="{FF2B5EF4-FFF2-40B4-BE49-F238E27FC236}">
                <a16:creationId xmlns:a16="http://schemas.microsoft.com/office/drawing/2014/main" id="{8CC171DE-293C-38DA-0B3B-BCC321A6FF3F}"/>
              </a:ext>
            </a:extLst>
          </p:cNvPr>
          <p:cNvPicPr>
            <a:picLocks noChangeAspect="1"/>
          </p:cNvPicPr>
          <p:nvPr/>
        </p:nvPicPr>
        <p:blipFill>
          <a:blip r:embed="rId4"/>
          <a:stretch>
            <a:fillRect/>
          </a:stretch>
        </p:blipFill>
        <p:spPr>
          <a:xfrm>
            <a:off x="6525495" y="1950018"/>
            <a:ext cx="2152287" cy="4477473"/>
          </a:xfrm>
          <a:prstGeom prst="rect">
            <a:avLst/>
          </a:prstGeom>
        </p:spPr>
      </p:pic>
    </p:spTree>
    <p:extLst>
      <p:ext uri="{BB962C8B-B14F-4D97-AF65-F5344CB8AC3E}">
        <p14:creationId xmlns:p14="http://schemas.microsoft.com/office/powerpoint/2010/main" val="1155662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A4809-A63C-00BB-BE1A-79CA6B294660}"/>
              </a:ext>
            </a:extLst>
          </p:cNvPr>
          <p:cNvSpPr>
            <a:spLocks noGrp="1"/>
          </p:cNvSpPr>
          <p:nvPr>
            <p:ph type="title"/>
          </p:nvPr>
        </p:nvSpPr>
        <p:spPr/>
        <p:txBody>
          <a:bodyPr/>
          <a:lstStyle/>
          <a:p>
            <a:r>
              <a:rPr lang="en-IN" dirty="0"/>
              <a:t>See the Relationship</a:t>
            </a:r>
          </a:p>
        </p:txBody>
      </p:sp>
      <p:pic>
        <p:nvPicPr>
          <p:cNvPr id="9" name="Content Placeholder 8">
            <a:extLst>
              <a:ext uri="{FF2B5EF4-FFF2-40B4-BE49-F238E27FC236}">
                <a16:creationId xmlns:a16="http://schemas.microsoft.com/office/drawing/2014/main" id="{334419A8-500D-82F2-B382-C16DCA2457FF}"/>
              </a:ext>
            </a:extLst>
          </p:cNvPr>
          <p:cNvPicPr>
            <a:picLocks noGrp="1" noChangeAspect="1"/>
          </p:cNvPicPr>
          <p:nvPr>
            <p:ph idx="1"/>
          </p:nvPr>
        </p:nvPicPr>
        <p:blipFill>
          <a:blip r:embed="rId2"/>
          <a:stretch>
            <a:fillRect/>
          </a:stretch>
        </p:blipFill>
        <p:spPr>
          <a:xfrm>
            <a:off x="2101817" y="1825625"/>
            <a:ext cx="7988365" cy="4351338"/>
          </a:xfrm>
        </p:spPr>
      </p:pic>
    </p:spTree>
    <p:extLst>
      <p:ext uri="{BB962C8B-B14F-4D97-AF65-F5344CB8AC3E}">
        <p14:creationId xmlns:p14="http://schemas.microsoft.com/office/powerpoint/2010/main" val="3006504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4B1A7E5-A6B5-F1C6-F56E-B87EEBD6FD03}"/>
              </a:ext>
            </a:extLst>
          </p:cNvPr>
          <p:cNvPicPr>
            <a:picLocks noGrp="1" noChangeAspect="1"/>
          </p:cNvPicPr>
          <p:nvPr>
            <p:ph idx="1"/>
          </p:nvPr>
        </p:nvPicPr>
        <p:blipFill>
          <a:blip r:embed="rId2"/>
          <a:stretch>
            <a:fillRect/>
          </a:stretch>
        </p:blipFill>
        <p:spPr>
          <a:xfrm>
            <a:off x="1006216" y="1825625"/>
            <a:ext cx="10179567" cy="4351338"/>
          </a:xfrm>
        </p:spPr>
      </p:pic>
      <p:sp>
        <p:nvSpPr>
          <p:cNvPr id="6" name="TextBox 5">
            <a:extLst>
              <a:ext uri="{FF2B5EF4-FFF2-40B4-BE49-F238E27FC236}">
                <a16:creationId xmlns:a16="http://schemas.microsoft.com/office/drawing/2014/main" id="{56D336C6-F5F1-2978-C2FC-F0F5AB40ACD0}"/>
              </a:ext>
            </a:extLst>
          </p:cNvPr>
          <p:cNvSpPr txBox="1"/>
          <p:nvPr/>
        </p:nvSpPr>
        <p:spPr>
          <a:xfrm>
            <a:off x="1819835" y="833718"/>
            <a:ext cx="1659557" cy="369332"/>
          </a:xfrm>
          <a:prstGeom prst="rect">
            <a:avLst/>
          </a:prstGeom>
          <a:noFill/>
        </p:spPr>
        <p:txBody>
          <a:bodyPr wrap="none" rtlCol="0">
            <a:spAutoFit/>
          </a:bodyPr>
          <a:lstStyle/>
          <a:p>
            <a:r>
              <a:rPr lang="en-IN" dirty="0"/>
              <a:t>Drag Table view</a:t>
            </a:r>
          </a:p>
        </p:txBody>
      </p:sp>
    </p:spTree>
    <p:extLst>
      <p:ext uri="{BB962C8B-B14F-4D97-AF65-F5344CB8AC3E}">
        <p14:creationId xmlns:p14="http://schemas.microsoft.com/office/powerpoint/2010/main" val="4017780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0B4CE73-9A38-DA41-1E97-119E7A6D63D6}"/>
              </a:ext>
            </a:extLst>
          </p:cNvPr>
          <p:cNvPicPr>
            <a:picLocks noGrp="1" noChangeAspect="1"/>
          </p:cNvPicPr>
          <p:nvPr>
            <p:ph idx="1"/>
          </p:nvPr>
        </p:nvPicPr>
        <p:blipFill>
          <a:blip r:embed="rId2"/>
          <a:stretch>
            <a:fillRect/>
          </a:stretch>
        </p:blipFill>
        <p:spPr>
          <a:xfrm>
            <a:off x="969766" y="1825625"/>
            <a:ext cx="10252467" cy="4351338"/>
          </a:xfrm>
        </p:spPr>
      </p:pic>
      <p:sp>
        <p:nvSpPr>
          <p:cNvPr id="6" name="TextBox 5">
            <a:extLst>
              <a:ext uri="{FF2B5EF4-FFF2-40B4-BE49-F238E27FC236}">
                <a16:creationId xmlns:a16="http://schemas.microsoft.com/office/drawing/2014/main" id="{4A5244D0-7C1E-ABE2-8642-F7815932F49F}"/>
              </a:ext>
            </a:extLst>
          </p:cNvPr>
          <p:cNvSpPr txBox="1"/>
          <p:nvPr/>
        </p:nvSpPr>
        <p:spPr>
          <a:xfrm>
            <a:off x="2187388" y="744071"/>
            <a:ext cx="2934906" cy="369332"/>
          </a:xfrm>
          <a:prstGeom prst="rect">
            <a:avLst/>
          </a:prstGeom>
          <a:noFill/>
        </p:spPr>
        <p:txBody>
          <a:bodyPr wrap="none" rtlCol="0">
            <a:spAutoFit/>
          </a:bodyPr>
          <a:lstStyle/>
          <a:p>
            <a:r>
              <a:rPr lang="en-IN" dirty="0"/>
              <a:t>Drag sales and </a:t>
            </a:r>
            <a:r>
              <a:rPr lang="en-IN" dirty="0" err="1"/>
              <a:t>categoryname</a:t>
            </a:r>
            <a:endParaRPr lang="en-IN" dirty="0"/>
          </a:p>
        </p:txBody>
      </p:sp>
    </p:spTree>
    <p:extLst>
      <p:ext uri="{BB962C8B-B14F-4D97-AF65-F5344CB8AC3E}">
        <p14:creationId xmlns:p14="http://schemas.microsoft.com/office/powerpoint/2010/main" val="2679790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C83BCF2-2E9B-6282-44E2-39FE3CAF07FE}"/>
              </a:ext>
            </a:extLst>
          </p:cNvPr>
          <p:cNvPicPr>
            <a:picLocks noGrp="1" noChangeAspect="1"/>
          </p:cNvPicPr>
          <p:nvPr>
            <p:ph idx="1"/>
          </p:nvPr>
        </p:nvPicPr>
        <p:blipFill>
          <a:blip r:embed="rId2"/>
          <a:stretch>
            <a:fillRect/>
          </a:stretch>
        </p:blipFill>
        <p:spPr>
          <a:xfrm>
            <a:off x="925079" y="1825625"/>
            <a:ext cx="10341841" cy="4351338"/>
          </a:xfrm>
        </p:spPr>
      </p:pic>
      <p:sp>
        <p:nvSpPr>
          <p:cNvPr id="6" name="TextBox 5">
            <a:extLst>
              <a:ext uri="{FF2B5EF4-FFF2-40B4-BE49-F238E27FC236}">
                <a16:creationId xmlns:a16="http://schemas.microsoft.com/office/drawing/2014/main" id="{057A7724-B37C-CA7F-5411-01653C9E93AE}"/>
              </a:ext>
            </a:extLst>
          </p:cNvPr>
          <p:cNvSpPr txBox="1"/>
          <p:nvPr/>
        </p:nvSpPr>
        <p:spPr>
          <a:xfrm>
            <a:off x="1443318" y="555812"/>
            <a:ext cx="1816588" cy="369332"/>
          </a:xfrm>
          <a:prstGeom prst="rect">
            <a:avLst/>
          </a:prstGeom>
          <a:noFill/>
        </p:spPr>
        <p:txBody>
          <a:bodyPr wrap="none" rtlCol="0">
            <a:spAutoFit/>
          </a:bodyPr>
          <a:lstStyle/>
          <a:p>
            <a:r>
              <a:rPr lang="en-IN" dirty="0"/>
              <a:t>Drag Customer Id</a:t>
            </a:r>
          </a:p>
        </p:txBody>
      </p:sp>
    </p:spTree>
    <p:extLst>
      <p:ext uri="{BB962C8B-B14F-4D97-AF65-F5344CB8AC3E}">
        <p14:creationId xmlns:p14="http://schemas.microsoft.com/office/powerpoint/2010/main" val="214638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A77B021-76A5-61CF-71B4-AC44D3CA0794}"/>
              </a:ext>
            </a:extLst>
          </p:cNvPr>
          <p:cNvPicPr>
            <a:picLocks noGrp="1" noChangeAspect="1"/>
          </p:cNvPicPr>
          <p:nvPr>
            <p:ph idx="1"/>
          </p:nvPr>
        </p:nvPicPr>
        <p:blipFill>
          <a:blip r:embed="rId2"/>
          <a:stretch>
            <a:fillRect/>
          </a:stretch>
        </p:blipFill>
        <p:spPr>
          <a:xfrm>
            <a:off x="1027379" y="1825625"/>
            <a:ext cx="10137241" cy="4351338"/>
          </a:xfrm>
        </p:spPr>
      </p:pic>
      <p:pic>
        <p:nvPicPr>
          <p:cNvPr id="7" name="Picture 6">
            <a:extLst>
              <a:ext uri="{FF2B5EF4-FFF2-40B4-BE49-F238E27FC236}">
                <a16:creationId xmlns:a16="http://schemas.microsoft.com/office/drawing/2014/main" id="{57F8B23C-D10E-1379-8315-1E3A42AE2110}"/>
              </a:ext>
            </a:extLst>
          </p:cNvPr>
          <p:cNvPicPr>
            <a:picLocks noChangeAspect="1"/>
          </p:cNvPicPr>
          <p:nvPr/>
        </p:nvPicPr>
        <p:blipFill>
          <a:blip r:embed="rId3"/>
          <a:stretch>
            <a:fillRect/>
          </a:stretch>
        </p:blipFill>
        <p:spPr>
          <a:xfrm>
            <a:off x="4992309" y="2385844"/>
            <a:ext cx="3139712" cy="2606266"/>
          </a:xfrm>
          <a:prstGeom prst="rect">
            <a:avLst/>
          </a:prstGeom>
        </p:spPr>
      </p:pic>
      <p:grpSp>
        <p:nvGrpSpPr>
          <p:cNvPr id="10" name="Group 9">
            <a:extLst>
              <a:ext uri="{FF2B5EF4-FFF2-40B4-BE49-F238E27FC236}">
                <a16:creationId xmlns:a16="http://schemas.microsoft.com/office/drawing/2014/main" id="{85D42835-F051-4CFB-F454-591DA9CB6EE7}"/>
              </a:ext>
            </a:extLst>
          </p:cNvPr>
          <p:cNvGrpSpPr/>
          <p:nvPr/>
        </p:nvGrpSpPr>
        <p:grpSpPr>
          <a:xfrm>
            <a:off x="7815621" y="3352059"/>
            <a:ext cx="1965240" cy="673560"/>
            <a:chOff x="7815621" y="3352059"/>
            <a:chExt cx="1965240" cy="673560"/>
          </a:xfrm>
        </p:grpSpPr>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8376AA45-6AD7-9860-1844-2CE3ABB03AD3}"/>
                    </a:ext>
                  </a:extLst>
                </p14:cNvPr>
                <p14:cNvContentPartPr/>
                <p14:nvPr/>
              </p14:nvContentPartPr>
              <p14:xfrm>
                <a:off x="7933341" y="3414339"/>
                <a:ext cx="1847520" cy="611280"/>
              </p14:xfrm>
            </p:contentPart>
          </mc:Choice>
          <mc:Fallback xmlns="">
            <p:pic>
              <p:nvPicPr>
                <p:cNvPr id="8" name="Ink 7">
                  <a:extLst>
                    <a:ext uri="{FF2B5EF4-FFF2-40B4-BE49-F238E27FC236}">
                      <a16:creationId xmlns:a16="http://schemas.microsoft.com/office/drawing/2014/main" id="{8376AA45-6AD7-9860-1844-2CE3ABB03AD3}"/>
                    </a:ext>
                  </a:extLst>
                </p:cNvPr>
                <p:cNvPicPr/>
                <p:nvPr/>
              </p:nvPicPr>
              <p:blipFill>
                <a:blip r:embed="rId5"/>
                <a:stretch>
                  <a:fillRect/>
                </a:stretch>
              </p:blipFill>
              <p:spPr>
                <a:xfrm>
                  <a:off x="7915341" y="3396699"/>
                  <a:ext cx="1883160" cy="646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EB3C6F78-F7EB-4A15-BF3E-F2E3C045C8E9}"/>
                    </a:ext>
                  </a:extLst>
                </p14:cNvPr>
                <p14:cNvContentPartPr/>
                <p14:nvPr/>
              </p14:nvContentPartPr>
              <p14:xfrm>
                <a:off x="7815621" y="3352059"/>
                <a:ext cx="243720" cy="207360"/>
              </p14:xfrm>
            </p:contentPart>
          </mc:Choice>
          <mc:Fallback xmlns="">
            <p:pic>
              <p:nvPicPr>
                <p:cNvPr id="9" name="Ink 8">
                  <a:extLst>
                    <a:ext uri="{FF2B5EF4-FFF2-40B4-BE49-F238E27FC236}">
                      <a16:creationId xmlns:a16="http://schemas.microsoft.com/office/drawing/2014/main" id="{EB3C6F78-F7EB-4A15-BF3E-F2E3C045C8E9}"/>
                    </a:ext>
                  </a:extLst>
                </p:cNvPr>
                <p:cNvPicPr/>
                <p:nvPr/>
              </p:nvPicPr>
              <p:blipFill>
                <a:blip r:embed="rId7"/>
                <a:stretch>
                  <a:fillRect/>
                </a:stretch>
              </p:blipFill>
              <p:spPr>
                <a:xfrm>
                  <a:off x="7797981" y="3334059"/>
                  <a:ext cx="279360" cy="243000"/>
                </a:xfrm>
                <a:prstGeom prst="rect">
                  <a:avLst/>
                </a:prstGeom>
              </p:spPr>
            </p:pic>
          </mc:Fallback>
        </mc:AlternateContent>
      </p:grpSp>
      <p:sp>
        <p:nvSpPr>
          <p:cNvPr id="12" name="TextBox 11">
            <a:extLst>
              <a:ext uri="{FF2B5EF4-FFF2-40B4-BE49-F238E27FC236}">
                <a16:creationId xmlns:a16="http://schemas.microsoft.com/office/drawing/2014/main" id="{682F1280-DD24-CA76-CC8C-D5F28F996719}"/>
              </a:ext>
            </a:extLst>
          </p:cNvPr>
          <p:cNvSpPr txBox="1"/>
          <p:nvPr/>
        </p:nvSpPr>
        <p:spPr>
          <a:xfrm>
            <a:off x="869944" y="117271"/>
            <a:ext cx="10210432" cy="1477328"/>
          </a:xfrm>
          <a:prstGeom prst="rect">
            <a:avLst/>
          </a:prstGeom>
          <a:noFill/>
        </p:spPr>
        <p:txBody>
          <a:bodyPr wrap="square" rtlCol="0">
            <a:spAutoFit/>
          </a:bodyPr>
          <a:lstStyle/>
          <a:p>
            <a:r>
              <a:rPr lang="en-US" dirty="0"/>
              <a:t>From the previous lecture on relationships in a data model, you know that this error occurs because the relationship between the dim customer data table and the fact sales data table is of one too many type, and the cross filter direction from the customer table to the sales table is set at single. Therefore, it cannot filter the information from the sales table to the customer table. To rectify this error, you can change the cross filter type direction to both from the relationship</a:t>
            </a:r>
            <a:endParaRPr lang="en-IN" dirty="0"/>
          </a:p>
        </p:txBody>
      </p:sp>
    </p:spTree>
    <p:extLst>
      <p:ext uri="{BB962C8B-B14F-4D97-AF65-F5344CB8AC3E}">
        <p14:creationId xmlns:p14="http://schemas.microsoft.com/office/powerpoint/2010/main" val="3380862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FDAF40F-28F8-C922-015D-1ADFEFD4D7AF}"/>
              </a:ext>
            </a:extLst>
          </p:cNvPr>
          <p:cNvPicPr>
            <a:picLocks noGrp="1" noChangeAspect="1"/>
          </p:cNvPicPr>
          <p:nvPr>
            <p:ph idx="1"/>
          </p:nvPr>
        </p:nvPicPr>
        <p:blipFill>
          <a:blip r:embed="rId2"/>
          <a:stretch>
            <a:fillRect/>
          </a:stretch>
        </p:blipFill>
        <p:spPr>
          <a:xfrm>
            <a:off x="1147774" y="1825625"/>
            <a:ext cx="9896451" cy="4351338"/>
          </a:xfrm>
        </p:spPr>
      </p:pic>
      <p:sp>
        <p:nvSpPr>
          <p:cNvPr id="7" name="TextBox 6">
            <a:extLst>
              <a:ext uri="{FF2B5EF4-FFF2-40B4-BE49-F238E27FC236}">
                <a16:creationId xmlns:a16="http://schemas.microsoft.com/office/drawing/2014/main" id="{22E88D16-8A63-739C-FF74-1072DA0DCAE4}"/>
              </a:ext>
            </a:extLst>
          </p:cNvPr>
          <p:cNvSpPr txBox="1"/>
          <p:nvPr/>
        </p:nvSpPr>
        <p:spPr>
          <a:xfrm>
            <a:off x="1864659" y="779929"/>
            <a:ext cx="3957750" cy="646331"/>
          </a:xfrm>
          <a:prstGeom prst="rect">
            <a:avLst/>
          </a:prstGeom>
          <a:noFill/>
        </p:spPr>
        <p:txBody>
          <a:bodyPr wrap="none" rtlCol="0">
            <a:spAutoFit/>
          </a:bodyPr>
          <a:lstStyle/>
          <a:p>
            <a:r>
              <a:rPr lang="en-IN" dirty="0"/>
              <a:t>Create a new measure in </a:t>
            </a:r>
            <a:r>
              <a:rPr lang="en-IN" dirty="0" err="1"/>
              <a:t>fact_sales</a:t>
            </a:r>
            <a:r>
              <a:rPr lang="en-IN" dirty="0"/>
              <a:t> data</a:t>
            </a:r>
          </a:p>
          <a:p>
            <a:r>
              <a:rPr lang="en-IN" dirty="0"/>
              <a:t>and write following </a:t>
            </a:r>
            <a:r>
              <a:rPr lang="en-IN" dirty="0" err="1"/>
              <a:t>dax</a:t>
            </a:r>
            <a:r>
              <a:rPr lang="en-IN" dirty="0"/>
              <a:t> expression</a:t>
            </a:r>
          </a:p>
        </p:txBody>
      </p:sp>
    </p:spTree>
    <p:extLst>
      <p:ext uri="{BB962C8B-B14F-4D97-AF65-F5344CB8AC3E}">
        <p14:creationId xmlns:p14="http://schemas.microsoft.com/office/powerpoint/2010/main" val="3648123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0C219-FE5A-B87C-B3BC-CC36BB6C7211}"/>
              </a:ext>
            </a:extLst>
          </p:cNvPr>
          <p:cNvSpPr>
            <a:spLocks noGrp="1"/>
          </p:cNvSpPr>
          <p:nvPr>
            <p:ph type="title"/>
          </p:nvPr>
        </p:nvSpPr>
        <p:spPr/>
        <p:txBody>
          <a:bodyPr/>
          <a:lstStyle/>
          <a:p>
            <a:r>
              <a:rPr lang="en-IN" dirty="0"/>
              <a:t>Drag the measure </a:t>
            </a:r>
          </a:p>
        </p:txBody>
      </p:sp>
      <p:pic>
        <p:nvPicPr>
          <p:cNvPr id="5" name="Content Placeholder 4">
            <a:extLst>
              <a:ext uri="{FF2B5EF4-FFF2-40B4-BE49-F238E27FC236}">
                <a16:creationId xmlns:a16="http://schemas.microsoft.com/office/drawing/2014/main" id="{C5D5C2DC-1A9A-79F2-F906-A74D1B0826E1}"/>
              </a:ext>
            </a:extLst>
          </p:cNvPr>
          <p:cNvPicPr>
            <a:picLocks noGrp="1" noChangeAspect="1"/>
          </p:cNvPicPr>
          <p:nvPr>
            <p:ph idx="1"/>
          </p:nvPr>
        </p:nvPicPr>
        <p:blipFill>
          <a:blip r:embed="rId2"/>
          <a:stretch>
            <a:fillRect/>
          </a:stretch>
        </p:blipFill>
        <p:spPr>
          <a:xfrm>
            <a:off x="1109220" y="1825625"/>
            <a:ext cx="9973560" cy="4351338"/>
          </a:xfrm>
        </p:spPr>
      </p:pic>
    </p:spTree>
    <p:extLst>
      <p:ext uri="{BB962C8B-B14F-4D97-AF65-F5344CB8AC3E}">
        <p14:creationId xmlns:p14="http://schemas.microsoft.com/office/powerpoint/2010/main" val="1300659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34340F-D269-4695-BBC8-79356B945080}"/>
              </a:ext>
            </a:extLst>
          </p:cNvPr>
          <p:cNvPicPr>
            <a:picLocks noGrp="1" noChangeAspect="1"/>
          </p:cNvPicPr>
          <p:nvPr>
            <p:ph idx="1"/>
          </p:nvPr>
        </p:nvPicPr>
        <p:blipFill>
          <a:blip r:embed="rId2"/>
          <a:stretch>
            <a:fillRect/>
          </a:stretch>
        </p:blipFill>
        <p:spPr>
          <a:xfrm>
            <a:off x="1862326" y="1825625"/>
            <a:ext cx="8467348" cy="4351338"/>
          </a:xfrm>
        </p:spPr>
      </p:pic>
      <p:sp>
        <p:nvSpPr>
          <p:cNvPr id="6" name="TextBox 5">
            <a:extLst>
              <a:ext uri="{FF2B5EF4-FFF2-40B4-BE49-F238E27FC236}">
                <a16:creationId xmlns:a16="http://schemas.microsoft.com/office/drawing/2014/main" id="{829ACD3C-FAE2-0221-C765-E8AD7CF9C7F0}"/>
              </a:ext>
            </a:extLst>
          </p:cNvPr>
          <p:cNvSpPr txBox="1"/>
          <p:nvPr/>
        </p:nvSpPr>
        <p:spPr>
          <a:xfrm>
            <a:off x="2151529" y="636494"/>
            <a:ext cx="2411506" cy="369332"/>
          </a:xfrm>
          <a:prstGeom prst="rect">
            <a:avLst/>
          </a:prstGeom>
          <a:noFill/>
        </p:spPr>
        <p:txBody>
          <a:bodyPr wrap="square" rtlCol="0">
            <a:spAutoFit/>
          </a:bodyPr>
          <a:lstStyle/>
          <a:p>
            <a:r>
              <a:rPr lang="en-IN" dirty="0"/>
              <a:t>Insert new Column</a:t>
            </a:r>
          </a:p>
        </p:txBody>
      </p:sp>
      <p:grpSp>
        <p:nvGrpSpPr>
          <p:cNvPr id="10" name="Group 9">
            <a:extLst>
              <a:ext uri="{FF2B5EF4-FFF2-40B4-BE49-F238E27FC236}">
                <a16:creationId xmlns:a16="http://schemas.microsoft.com/office/drawing/2014/main" id="{1A781D1B-3C3B-AA17-9325-7172818F41D0}"/>
              </a:ext>
            </a:extLst>
          </p:cNvPr>
          <p:cNvGrpSpPr/>
          <p:nvPr/>
        </p:nvGrpSpPr>
        <p:grpSpPr>
          <a:xfrm>
            <a:off x="8865741" y="2070459"/>
            <a:ext cx="294840" cy="468360"/>
            <a:chOff x="8865741" y="2070459"/>
            <a:chExt cx="294840" cy="468360"/>
          </a:xfrm>
        </p:grpSpPr>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08C6A1C3-6978-168D-F9FB-93DE6A67D670}"/>
                    </a:ext>
                  </a:extLst>
                </p14:cNvPr>
                <p14:cNvContentPartPr/>
                <p14:nvPr/>
              </p14:nvContentPartPr>
              <p14:xfrm>
                <a:off x="9014781" y="2079819"/>
                <a:ext cx="13320" cy="360720"/>
              </p14:xfrm>
            </p:contentPart>
          </mc:Choice>
          <mc:Fallback xmlns="">
            <p:pic>
              <p:nvPicPr>
                <p:cNvPr id="7" name="Ink 6">
                  <a:extLst>
                    <a:ext uri="{FF2B5EF4-FFF2-40B4-BE49-F238E27FC236}">
                      <a16:creationId xmlns:a16="http://schemas.microsoft.com/office/drawing/2014/main" id="{08C6A1C3-6978-168D-F9FB-93DE6A67D670}"/>
                    </a:ext>
                  </a:extLst>
                </p:cNvPr>
                <p:cNvPicPr/>
                <p:nvPr/>
              </p:nvPicPr>
              <p:blipFill>
                <a:blip r:embed="rId4"/>
                <a:stretch>
                  <a:fillRect/>
                </a:stretch>
              </p:blipFill>
              <p:spPr>
                <a:xfrm>
                  <a:off x="8996781" y="2062179"/>
                  <a:ext cx="48960" cy="396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F9EAB7C4-A406-053C-58F6-3D57AF037896}"/>
                    </a:ext>
                  </a:extLst>
                </p14:cNvPr>
                <p14:cNvContentPartPr/>
                <p14:nvPr/>
              </p14:nvContentPartPr>
              <p14:xfrm>
                <a:off x="8911821" y="2070459"/>
                <a:ext cx="115560" cy="151920"/>
              </p14:xfrm>
            </p:contentPart>
          </mc:Choice>
          <mc:Fallback xmlns="">
            <p:pic>
              <p:nvPicPr>
                <p:cNvPr id="8" name="Ink 7">
                  <a:extLst>
                    <a:ext uri="{FF2B5EF4-FFF2-40B4-BE49-F238E27FC236}">
                      <a16:creationId xmlns:a16="http://schemas.microsoft.com/office/drawing/2014/main" id="{F9EAB7C4-A406-053C-58F6-3D57AF037896}"/>
                    </a:ext>
                  </a:extLst>
                </p:cNvPr>
                <p:cNvPicPr/>
                <p:nvPr/>
              </p:nvPicPr>
              <p:blipFill>
                <a:blip r:embed="rId6"/>
                <a:stretch>
                  <a:fillRect/>
                </a:stretch>
              </p:blipFill>
              <p:spPr>
                <a:xfrm>
                  <a:off x="8894181" y="2052819"/>
                  <a:ext cx="1512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27BDB0D9-215A-0C31-12BC-D1CEC071058C}"/>
                    </a:ext>
                  </a:extLst>
                </p14:cNvPr>
                <p14:cNvContentPartPr/>
                <p14:nvPr/>
              </p14:nvContentPartPr>
              <p14:xfrm>
                <a:off x="8865741" y="2492019"/>
                <a:ext cx="294840" cy="46800"/>
              </p14:xfrm>
            </p:contentPart>
          </mc:Choice>
          <mc:Fallback xmlns="">
            <p:pic>
              <p:nvPicPr>
                <p:cNvPr id="9" name="Ink 8">
                  <a:extLst>
                    <a:ext uri="{FF2B5EF4-FFF2-40B4-BE49-F238E27FC236}">
                      <a16:creationId xmlns:a16="http://schemas.microsoft.com/office/drawing/2014/main" id="{27BDB0D9-215A-0C31-12BC-D1CEC071058C}"/>
                    </a:ext>
                  </a:extLst>
                </p:cNvPr>
                <p:cNvPicPr/>
                <p:nvPr/>
              </p:nvPicPr>
              <p:blipFill>
                <a:blip r:embed="rId8"/>
                <a:stretch>
                  <a:fillRect/>
                </a:stretch>
              </p:blipFill>
              <p:spPr>
                <a:xfrm>
                  <a:off x="8848101" y="2474019"/>
                  <a:ext cx="330480" cy="82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11507C90-5127-DC70-EFE1-7D5025A24397}"/>
                  </a:ext>
                </a:extLst>
              </p14:cNvPr>
              <p14:cNvContentPartPr/>
              <p14:nvPr/>
            </p14:nvContentPartPr>
            <p14:xfrm>
              <a:off x="2303661" y="2421099"/>
              <a:ext cx="368280" cy="573840"/>
            </p14:xfrm>
          </p:contentPart>
        </mc:Choice>
        <mc:Fallback xmlns="">
          <p:pic>
            <p:nvPicPr>
              <p:cNvPr id="11" name="Ink 10">
                <a:extLst>
                  <a:ext uri="{FF2B5EF4-FFF2-40B4-BE49-F238E27FC236}">
                    <a16:creationId xmlns:a16="http://schemas.microsoft.com/office/drawing/2014/main" id="{11507C90-5127-DC70-EFE1-7D5025A24397}"/>
                  </a:ext>
                </a:extLst>
              </p:cNvPr>
              <p:cNvPicPr/>
              <p:nvPr/>
            </p:nvPicPr>
            <p:blipFill>
              <a:blip r:embed="rId10"/>
              <a:stretch>
                <a:fillRect/>
              </a:stretch>
            </p:blipFill>
            <p:spPr>
              <a:xfrm>
                <a:off x="2286021" y="2403459"/>
                <a:ext cx="403920" cy="609480"/>
              </a:xfrm>
              <a:prstGeom prst="rect">
                <a:avLst/>
              </a:prstGeom>
            </p:spPr>
          </p:pic>
        </mc:Fallback>
      </mc:AlternateContent>
    </p:spTree>
    <p:extLst>
      <p:ext uri="{BB962C8B-B14F-4D97-AF65-F5344CB8AC3E}">
        <p14:creationId xmlns:p14="http://schemas.microsoft.com/office/powerpoint/2010/main" val="326543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DF9C6AD-DADC-7E38-3133-ABA9363BC237}"/>
              </a:ext>
            </a:extLst>
          </p:cNvPr>
          <p:cNvPicPr>
            <a:picLocks noGrp="1" noChangeAspect="1"/>
          </p:cNvPicPr>
          <p:nvPr>
            <p:ph idx="1"/>
          </p:nvPr>
        </p:nvPicPr>
        <p:blipFill>
          <a:blip r:embed="rId2"/>
          <a:stretch>
            <a:fillRect/>
          </a:stretch>
        </p:blipFill>
        <p:spPr>
          <a:xfrm>
            <a:off x="1145658" y="744070"/>
            <a:ext cx="10699286" cy="5665975"/>
          </a:xfr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58F618D-7356-4A09-5F43-94EBFA82C4B7}"/>
                  </a:ext>
                </a:extLst>
              </p14:cNvPr>
              <p14:cNvContentPartPr/>
              <p14:nvPr/>
            </p14:nvContentPartPr>
            <p14:xfrm>
              <a:off x="1676541" y="2151459"/>
              <a:ext cx="360" cy="360"/>
            </p14:xfrm>
          </p:contentPart>
        </mc:Choice>
        <mc:Fallback xmlns="">
          <p:pic>
            <p:nvPicPr>
              <p:cNvPr id="4" name="Ink 3">
                <a:extLst>
                  <a:ext uri="{FF2B5EF4-FFF2-40B4-BE49-F238E27FC236}">
                    <a16:creationId xmlns:a16="http://schemas.microsoft.com/office/drawing/2014/main" id="{458F618D-7356-4A09-5F43-94EBFA82C4B7}"/>
                  </a:ext>
                </a:extLst>
              </p:cNvPr>
              <p:cNvPicPr/>
              <p:nvPr/>
            </p:nvPicPr>
            <p:blipFill>
              <a:blip r:embed="rId4"/>
              <a:stretch>
                <a:fillRect/>
              </a:stretch>
            </p:blipFill>
            <p:spPr>
              <a:xfrm>
                <a:off x="1658541" y="2133459"/>
                <a:ext cx="36000" cy="36000"/>
              </a:xfrm>
              <a:prstGeom prst="rect">
                <a:avLst/>
              </a:prstGeom>
            </p:spPr>
          </p:pic>
        </mc:Fallback>
      </mc:AlternateContent>
    </p:spTree>
    <p:extLst>
      <p:ext uri="{BB962C8B-B14F-4D97-AF65-F5344CB8AC3E}">
        <p14:creationId xmlns:p14="http://schemas.microsoft.com/office/powerpoint/2010/main" val="3389308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F6F1F-93E2-9866-3672-6D471B94315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0D1586E-178B-7197-2552-02288FE8DAD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425021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57A9-FF7C-5877-34C1-95418BA3E92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ADDB441-6CE6-B8F7-6E70-60E88ACE2F2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276500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TotalTime>
  <Words>181</Words>
  <Application>Microsoft Office PowerPoint</Application>
  <PresentationFormat>Widescreen</PresentationFormat>
  <Paragraphs>14</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See the Relationship</vt:lpstr>
      <vt:lpstr>PowerPoint Presentation</vt:lpstr>
      <vt:lpstr>PowerPoint Presentation</vt:lpstr>
      <vt:lpstr>PowerPoint Presentation</vt:lpstr>
      <vt:lpstr>PowerPoint Presentation</vt:lpstr>
      <vt:lpstr>PowerPoint Presentation</vt:lpstr>
      <vt:lpstr>Drag the measure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Sandeep Sappal</dc:creator>
  <cp:lastModifiedBy>Sandeep Sappal</cp:lastModifiedBy>
  <cp:revision>4</cp:revision>
  <dcterms:created xsi:type="dcterms:W3CDTF">2024-03-15T08:12:30Z</dcterms:created>
  <dcterms:modified xsi:type="dcterms:W3CDTF">2024-03-22T03:52:27Z</dcterms:modified>
</cp:coreProperties>
</file>