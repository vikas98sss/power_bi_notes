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2" r:id="rId34"/>
    <p:sldId id="288" r:id="rId35"/>
    <p:sldId id="289" r:id="rId36"/>
    <p:sldId id="290" r:id="rId37"/>
    <p:sldId id="291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25:22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24575,'-2'113'0,"4"123"0,-1-229 0,1-1-1,-1 1 1,1-1-1,0 0 1,1 1-1,0-1 1,-1 0-1,6 6 1,5 12-1361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25:23.1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246 1 24575,'-4'0'0,"-6"0"0,-5 0 0,-5 0 0,-2 0 0,-3 0 0,4 4 0,0 2 0,5 4 0,0 0 0,-1-2 0,-2 3 0,-2-1 0,2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25:24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24575,'4'0'0,"6"0"0,5 0 0,4 0 0,4 0 0,2-4 0,0-1 0,1-1 0,0 2 0,0 1 0,-1 1 0,1-3 0,-1-1 0,0 0 0,0 2 0,0 2 0,-5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25:28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67 479 24575,'-1'-13'0,"-1"1"0,-1-1 0,0 0 0,0 1 0,-1 0 0,-1 0 0,-7-12 0,5 9 0,1 0 0,0-1 0,1 1 0,-3-20 0,7 30 0,1 0 0,-1 1 0,1-1 0,0 0 0,1 0 0,-1 0 0,1 1 0,0-1 0,0 0 0,1 1 0,-1-1 0,1 1 0,0-1 0,0 1 0,0 0 0,1 0 0,0 0 0,5-6 0,6-4 0,1 1 0,1 0 0,0 2 0,0-1 0,1 2 0,1 0 0,20-8 0,22-13 0,-47 26 0,-1 0 0,1 1 0,0 0 0,0 1 0,21-3 0,5-1 0,-4 1 0,-1 2 0,1 1 0,0 2 0,66 7 0,-97-6 0,-1 1 0,0 0 0,1 0 0,-1 1 0,0-1 0,0 1 0,0 0 0,0 0 0,0 0 0,0 0 0,0 0 0,0 1 0,-1-1 0,0 1 0,1-1 0,-1 1 0,0 0 0,0 0 0,0 0 0,-1 0 0,1 1 0,-1-1 0,0 0 0,0 1 0,0-1 0,1 6 0,2 10 0,-1-1 0,-1 1 0,1 29 0,9 83 0,0 9 0,-11-67 0,-4 133 0,2-195 0,-1 0 0,-1 0 0,0-1 0,0 1 0,-1-1 0,0 0 0,-11 19 0,-5 3 0,-24 29 0,-11 18 0,23-23 0,-23 38 0,48-83 0,-1-1 0,0 0 0,-1 0 0,0-1 0,0-1 0,-14 11 0,-28 7 0,41-22 0,1 0 0,0 1 0,0 0 0,1 0 0,-13 10 0,-8 9 0,17-15 0,1 1 0,0-1 0,-12 16 0,-5 9 0,-34 45 0,57-71 0,0 0 0,1 0 0,0 0 0,0 1 0,1-1 0,0 1 0,0 0 0,-1 13 0,3-21 0,1 1 0,0 0 0,-1-1 0,1 1 0,0 0 0,0 0 0,0-1 0,1 1 0,-1 0 0,0-1 0,0 1 0,1 0 0,0-1 0,-1 1 0,1-1 0,0 1 0,-1-1 0,1 1 0,0-1 0,0 1 0,0-1 0,3 3 0,-2-3 0,-1 0 0,1 0 0,0-1 0,0 1 0,0 0 0,0-1 0,0 1 0,0-1 0,0 0 0,0 0 0,1 0 0,-1 0 0,0 0 0,0 0 0,0 0 0,2-1 0,4-1 0,0-1 0,1 1 0,-1-1 0,-1-1 0,1 1 0,0-1 0,-1-1 0,7-5 0,13-9 0,0 1 0,2 2 0,50-23 0,-67 34 0,1 1 0,-1 1 0,1 0 0,0 1 0,0 0 0,26 0 0,79 8 0,-71 1 0,0 2 0,0 2 0,61 23 0,-9 9-1365,-77-33-5461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25:31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98 182 24575,'0'-14'0,"0"0"0,0-1 0,2 1 0,0 0 0,4-17 0,-4 27 0,-1 0 0,1 0 0,0 0 0,0 0 0,1 1 0,-1-1 0,1 0 0,-1 1 0,1 0 0,0 0 0,1 0 0,-1 0 0,0 0 0,1 0 0,-1 1 0,1 0 0,0 0 0,0 0 0,0 0 0,0 0 0,6-1 0,1 0 0,1 0 0,-1 1 0,1 0 0,-1 1 0,1 0 0,0 1 0,-1 0 0,1 1 0,0 0 0,21 5 0,-27-4 0,1 0 0,-1 1 0,0-1 0,0 1 0,0 0 0,0 1 0,0-1 0,-1 1 0,0 0 0,0 1 0,0-1 0,0 1 0,-1 0 0,1 0 0,-1 1 0,0-1 0,-1 1 0,0 0 0,0 0 0,3 7 0,-1 7 0,0 0 0,-2 1 0,0-1 0,-2 1 0,0 0 0,-1 0 0,-4 25 0,2 17 0,2-57 0,-1 0 0,1 0 0,-1 0 0,0 0 0,0 0 0,-1 0 0,0 0 0,0-1 0,0 1 0,-1 0 0,0-1 0,0 0 0,0 1 0,0-1 0,-1-1 0,0 1 0,-5 4 0,3-4 0,0 0 0,0-1 0,-1 1 0,0-2 0,0 1 0,0-1 0,0 0 0,0 0 0,0-1 0,-1 0 0,0 0 0,1-1 0,-10 1 0,-116-1 0,102-2 0,31 1 0,0 0 0,0 0 0,0 0 0,0 0 0,0 0 0,0-1 0,0 1 0,0 0 0,0 0 0,0 0 0,0 0 0,0 0 0,0 0 0,0 0 0,0 0 0,0 0 0,0 0 0,0-1 0,0 1 0,0 0 0,0 0 0,0 0 0,0 0 0,0 0 0,0 0 0,0 0 0,0 0 0,0 0 0,0 0 0,0 0 0,0 0 0,0-1 0,0 1 0,0 0 0,0 0 0,0 0 0,0 0 0,0 0 0,-1 0 0,1 0 0,0 0 0,0 0 0,0 0 0,0 0 0,0 0 0,0 0 0,0 0 0,0 0 0,0 0 0,0 0 0,0 0 0,-1 0 0,1 0 0,0 0 0,0 0 0,0 0 0,0 0 0,0 0 0,11-6 0,18-5 0,26 5 0,0 3 0,85 5 0,-37 0 0,-56-4 0,-33 1 0,0 0 0,1 0 0,-1 2 0,0 0 0,1 0 0,-1 1 0,27 8 0,-36-7 0,-1-1 0,1 1 0,-1 0 0,0 0 0,0 0 0,0 1 0,-1-1 0,1 1 0,-1 0 0,5 8 0,25 49 0,-15-26 0,-13-26 0,-1 0 0,0 1 0,0-1 0,-1 1 0,0-1 0,-1 1 0,0 0 0,0 0 0,0 19 0,-2-24 0,0 0 0,-1 0 0,0 0 0,0 0 0,0 0 0,0 0 0,-1 0 0,0 0 0,0 0 0,0-1 0,0 1 0,-1-1 0,0 1 0,0-1 0,0 0 0,-1 0 0,1 0 0,-1-1 0,0 1 0,0-1 0,-5 3 0,-11 6 0,0-1 0,-1-1 0,0-1 0,-42 12 0,-93 13 0,141-31 0,-39 4 0,-1-3 0,-105-5 0,55-1 0,98 2-151,-1 0-1,1-1 0,0 0 0,-1 0 1,1-1-1,0 0 0,-1 0 1,-7-4-1,-6-5-6674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25:34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24575,'2'0'0,"0"1"0,-1-1 0,1 1 0,0-1 0,0 1 0,0 0 0,0 0 0,-1 0 0,1 0 0,0 0 0,-1 0 0,1 1 0,-1-1 0,1 0 0,-1 1 0,1 0 0,-1-1 0,0 1 0,0-1 0,0 1 0,0 0 0,0 0 0,0 0 0,-1 0 0,1-1 0,0 5 0,2 5 0,0-1 0,-1 1 0,1 15 0,-1 209 76,-4-117-1517,2-96-5385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25:34.8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320 0 24575,'-4'0'0,"-6"0"0,-5 0 0,-4 0 0,-4 0 0,3 5 0,0 0 0,3 5 0,1 0 0,-1 3 0,-2-1 0,-2 2 0,-2-2 0,-1 1 0,-1-1 0,0 2 0,4-3-8191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25:35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24575,'1038'0'-1365,"-1011"0"-5461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25:38.0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10 278 24575,'0'-21'0,"-1"-3"0,1 0 0,1 0 0,2 1 0,9-42 0,-11 59 0,0 1 0,1 0 0,0 0 0,0 1 0,1-1 0,-1 0 0,1 1 0,0-1 0,0 1 0,0 0 0,1 0 0,0 0 0,-1 0 0,1 1 0,1 0 0,-1 0 0,0 0 0,1 0 0,-1 0 0,1 1 0,0 0 0,0 0 0,0 0 0,0 1 0,0 0 0,1 0 0,6-1 0,-5 1 0,0 1 0,0 0 0,-1 0 0,1 0 0,0 1 0,-1 0 0,1 0 0,-1 1 0,1-1 0,-1 2 0,0-1 0,1 1 0,-1 0 0,0 0 0,6 4 0,-7-2 0,0 0 0,0 0 0,0 0 0,0 1 0,-1 0 0,0-1 0,0 2 0,0-1 0,-1 0 0,0 1 0,0-1 0,-1 1 0,1 0 0,0 8 0,10 38 0,0 4 0,22 61 0,-28-94 0,-2 1 0,0-1 0,-2 1 0,0 0 0,-2 0 0,-4 48 0,2-20 0,1-47 0,-1 0 0,1-1 0,-1 1 0,-1 0 0,1-1 0,-1 1 0,0-1 0,0 1 0,0-1 0,-1 0 0,0 0 0,0 0 0,-1 0 0,1 0 0,-1-1 0,-5 5 0,-6 5 0,-1 0 0,-1-1 0,-22 12 0,-13 10 0,39-27 0,1 0 0,-1-1 0,-1 0 0,1-2 0,-21 7 0,18-7 0,0 2 0,0-1 0,-19 13 0,33-19 0,1 1 0,0 0 0,-1-1 0,1 1 0,0 0 0,0 0 0,0 0 0,0 0 0,0 0 0,0 0 0,0 0 0,0 0 0,0 1 0,0-1 0,0 0 0,1 0 0,-1 1 0,1-1 0,-2 3 0,2-3 0,1 0 0,-1 0 0,0-1 0,1 1 0,-1 0 0,1 0 0,-1-1 0,1 1 0,-1 0 0,1-1 0,0 1 0,-1 0 0,1-1 0,-1 1 0,1-1 0,0 1 0,0-1 0,-1 0 0,1 1 0,0-1 0,0 0 0,0 1 0,1-1 0,7 3 0,1-1 0,0-1 0,-1 1 0,15-1 0,13 0 0,183-5 0,-187-1 0,58-15 0,-64 13 0,1 0 0,-1 2 0,41-2 0,31 7-1365,-78 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25:40.4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24575,'1171'0'-1365,"-1150"0"-5461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25:45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24575,'26'1'0,"1"1"0,-1 1 0,0 2 0,0 0 0,0 2 0,-1 1 0,43 19 0,137 69 0,-9-4 0,-190-89 0,0 0 0,0 0 0,0 0 0,0 1 0,-1 0 0,1 0 0,-1 1 0,8 7 0,-12-10 0,0-1 0,1 1 0,-1 0 0,0 0 0,0 0 0,0-1 0,-1 1 0,1 0 0,0 0 0,-1 0 0,1 0 0,-1 0 0,0 0 0,0 0 0,0 0 0,0 0 0,0 0 0,0 1 0,0-1 0,0 0 0,-1 0 0,1 0 0,-1 0 0,0-1 0,0 1 0,1 0 0,-1 0 0,0 0 0,0 0 0,-1-1 0,1 1 0,-3 2 0,-3 4 0,-1-1 0,0 0 0,0-1 0,-13 8 0,-24 21 0,11 2 0,26-26 0,-1-2 0,0 1 0,-1-1 0,0 0 0,0-1 0,-14 9 0,1-3 10,2 0 0,0 2 0,-26 26 0,0 0-1415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44:56.8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24575,'0'623'-1365,"0"-601"-5461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44:58.8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289 0 24575,'-4'1'0,"-1"-1"0,1 1 0,-1 0 0,1 1 0,-1-1 0,1 1 0,0-1 0,-1 1 0,1 0 0,0 1 0,0-1 0,1 1 0,-1 0 0,0 0 0,1 0 0,0 0 0,-5 7 0,-7 8 0,2 1 0,-16 29 0,7-11 0,12-25-33,1-1-1,-2 0 0,1 0 1,-2-1-1,1 0 0,-1-1 1,-18 10-1,3 0-1062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45:00.3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 24575,'15'-1'0,"0"0"0,0-1 0,20-6 0,-18 3 0,1 2 0,17-2 0,318 2 0,-181 6 0,101-3-1365,-252 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45:04.7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96 378 24575,'-4'-7'0,"-1"1"0,1-1 0,1 0 0,-1 0 0,1 0 0,0-1 0,1 1 0,-3-11 0,-2-4 0,-11-27 0,10 29 0,0 0 0,2-1 0,0 0 0,-3-27 0,9 46 0,0 0 0,0-1 0,0 1 0,0 0 0,1-1 0,-1 1 0,1 0 0,0 0 0,-1-1 0,1 1 0,0 0 0,0 0 0,1 0 0,-1 0 0,0 0 0,1 0 0,-1 0 0,1 1 0,0-1 0,-1 0 0,1 1 0,0-1 0,0 1 0,2-2 0,7-2 0,-1-1 0,1 2 0,19-7 0,-9 4 0,-1 2 0,0 0 0,0 1 0,1 2 0,0 0 0,-1 1 0,42 4 0,-12-2 0,-42-1 0,0 1 0,0-1 0,0 1 0,0 0 0,0 1 0,-1 0 0,1 0 0,-1 1 0,1 0 0,-1 0 0,13 8 0,-16-8 0,0 1 0,0-1 0,0 1 0,-1 0 0,1 0 0,-1 0 0,0 0 0,0 1 0,-1-1 0,1 1 0,-1 0 0,0 0 0,0-1 0,-1 1 0,1 1 0,-1-1 0,0 0 0,0 9 0,-2 156 0,-3-61 0,5-30 0,-3 90 0,-1-156 0,0-1 0,-1 1 0,-1-1 0,0 0 0,-1 0 0,0 0 0,0-1 0,-15 18 0,-4 10 0,8-14 0,-36 42 0,27-36 0,20-25 0,1 0 0,0 1 0,1 0 0,0 0 0,0 1 0,0-1 0,1 1 0,0-1 0,-4 17 0,-1 17 0,3-18 0,0-1 0,-1 1 0,-18 41 0,13-47 0,8-12 0,0-1 0,0 0 0,1 1 0,0-1 0,-1 1 0,-1 6 0,4-10 0,0-1 0,0 1 0,0-1 0,0 1 0,0-1 0,0 0 0,0 1 0,0-1 0,0 1 0,0-1 0,0 1 0,0-1 0,0 1 0,1-1 0,-1 1 0,0-1 0,0 0 0,1 1 0,-1-1 0,0 1 0,0-1 0,1 0 0,-1 1 0,0-1 0,1 0 0,-1 1 0,1-1 0,1 1 0,-1 0 0,1-1 0,0 1 0,-1-1 0,1 0 0,0 0 0,0 0 0,-1 0 0,1 0 0,0 0 0,0 0 0,1-1 0,21-4 0,0-1 0,-1-1 0,0-1 0,37-19 0,13-5 0,-10 11 0,72-13 0,16-4 0,-127 32-227,-1 1-1,1 2 1,0 0-1,0 2 1,31 1-1,-34 0-6598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45:07.5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0 178 24575,'1'-3'0,"-1"0"0,1 1 0,0-1 0,0 1 0,0-1 0,0 1 0,0 0 0,1-1 0,-1 1 0,1 0 0,-1 0 0,1 0 0,0 0 0,2-2 0,28-23 0,-14 14 0,0 2 0,0 0 0,1 1 0,0 1 0,1 1 0,0 1 0,0 0 0,25-4 0,-16 5 0,-1-1 0,1 2 0,0 1 0,31 0 0,-12 3 0,78 4 0,-123-3 0,1 1 0,-1-1 0,0 1 0,0 0 0,0 0 0,0 0 0,0 1 0,0-1 0,0 1 0,0-1 0,0 1 0,-1 0 0,1 0 0,-1 0 0,1 1 0,3 3 0,-3-1 0,0 0 0,0 0 0,0 0 0,0 0 0,-1 1 0,0-1 0,0 1 0,-1-1 0,2 7 0,-2-2 0,1 0 0,-2 0 0,1-1 0,-1 1 0,-1 0 0,0 0 0,0 0 0,-1 0 0,0-1 0,-1 1 0,-4 9 0,5-14 0,-1-1 0,0 0 0,0 0 0,0 0 0,-1-1 0,1 1 0,-1-1 0,0 1 0,0-1 0,-9 5 0,-52 24 0,36-19 0,-71 32 0,51-24 0,-47 27 0,101-47 0,0 1 0,1-1 0,-1-1 0,0 1 0,9-1 0,417-1 0,-424 1 0,0 0 0,0 1 0,0 0 0,0 0 0,1 0 0,-1 1 0,-1 0 0,1 1 0,0-1 0,-1 1 0,1 1 0,-1-1 0,0 1 0,0 0 0,0 1 0,-1-1 0,1 1 0,7 10 0,-7-8 0,-1 1 0,0 0 0,0 1 0,-1-1 0,0 1 0,0-1 0,-1 1 0,0 1 0,-1-1 0,0 0 0,-1 0 0,1 1 0,-2 17 0,0-7 0,-5 135 0,4-150 0,1 0 0,-1 0 0,0 0 0,-1 0 0,1 0 0,-1 0 0,0-1 0,0 1 0,-1 0 0,0-1 0,1 1 0,-1-1 0,-1 0 0,-5 6 0,3-5 0,1-1 0,-1 1 0,-1-1 0,1-1 0,0 1 0,-1-1 0,0 0 0,1-1 0,-12 3 0,-10 0 0,-1-1 0,0-1 0,0-2 0,-37-3 0,32 1 0,-56 2 0,-69-3 0,148 0-170,1 0-1,-1-1 0,1-1 1,0 1-1,0-1 0,0-1 1,-17-11-1,6 3-6655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45:09.3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 24575,'-2'88'0,"4"99"0,10-110 0,-7-50 0,3 43 0,-6-51 0,1 0 0,1-1 0,0 1 0,1-1 0,14 31 0,-11-29 0,0 0 0,-2 0 0,0 1 0,3 30 0,-7-15-56,-2-26-131,0 0 0,1 0 0,0 0 0,1 0 0,0 0 0,6 18 0,2-7-6639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45:10.0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0 209 24575,'251'-15'0,"169"-21"0,-365 28 0,-1-2 0,0-3 0,85-31 0,-88 27 0,-37 12-3,-1-1 1,0-1-1,0 0 0,17-13 0,1 0-1348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45:12.2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800 0 24575,'-7'1'0,"-1"1"0,0 0 0,1 0 0,-1 1 0,1 0 0,0 0 0,0 0 0,0 1 0,0 1 0,-10 7 0,-15 8 0,-20 13 0,43-26 0,-1 0 0,0-1 0,-1 0 0,1-1 0,-1 0 0,0 0 0,0-1 0,-17 4 0,10-6 0,0 2 0,0 0 0,1 1 0,-1 1 0,1 1 0,1 0 0,-1 1 0,1 1 0,1 1 0,-1 0 0,2 1 0,0 0 0,-16 17 0,-58 47 0,-12 12 0,89-76 0,0 1 0,1 0 0,0 0 0,-14 25 0,21-32 0,0 1 0,1 0 0,0-1 0,0 1 0,1 0 0,0 1 0,0-1 0,0 0 0,0 0 0,1 0 0,0 0 0,1 1 0,-1-1 0,1 0 0,3 8 0,12 47-1365,-12-43-5461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7:45:26.2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24575,'4'0'0,"2"4"0,3 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9T07:26:49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0 24575,'-2'32'0,"-1"-1"0,-1 1 0,-2-1 0,0 0 0,-3-1 0,-19 49 0,17-52 0,2 1 0,1 0 0,-8 48 0,13-57 45,-2 0-1,-10 27 1,-4 19-1544,15-43-5327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9T07:26:50.9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195 1 24575,'-4'0'0,"-6"0"0,-5 0 0,-5 0 0,-2 0 0,-3 0 0,0 0 0,-1 0 0,0 0 0,4 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9T07:26:52.0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24575,'105'-2'0,"115"5"0,-96 20-1365,-103-21-5461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9T07:26:55.8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163 222 24575,'0'-12'0,"1"0"0,0 0 0,0 0 0,1 1 0,1-1 0,0 1 0,0-1 0,11-20 0,-11 26 0,0 1 0,0-1 0,1 1 0,0 0 0,0 1 0,0-1 0,1 1 0,-1-1 0,1 1 0,0 0 0,0 1 0,1-1 0,-1 1 0,1 0 0,-1 1 0,1-1 0,0 1 0,8-2 0,11-2 0,-14 3 0,-1 0 0,1 1 0,0 0 0,-1 0 0,17 1 0,-24 1 0,0 1 0,0-1 0,0 1 0,0-1 0,-1 1 0,1 0 0,0 0 0,-1 0 0,1 1 0,0-1 0,-1 1 0,0-1 0,1 1 0,-1 0 0,0 0 0,0 0 0,0 0 0,0 0 0,0 0 0,0 1 0,-1-1 0,1 0 0,-1 1 0,0 0 0,2 4 0,5 15 0,-1 0 0,-1 1 0,-1 0 0,0 0 0,-2 1 0,-1-1 0,-1 1 0,-4 43 0,2-61 0,0 0 0,-1 0 0,0 0 0,0 0 0,0 0 0,-1 0 0,0-1 0,0 1 0,-6 8 0,-43 45 0,13-14 0,23-23 0,-1-2 0,-1 0 0,-1 0 0,0-2 0,-1 0 0,-27 16 0,7-8 0,2 1 0,-67 61 0,102-86 0,0 1 0,1 0 0,-1 0 0,1 0 0,-1 0 0,1 1 0,0-1 0,1 1 0,-1-1 0,1 1 0,-1 0 0,0 5 0,2-8 0,0 1 0,0-1 0,0 1 0,0-1 0,0 1 0,1-1 0,-1 0 0,0 1 0,1-1 0,-1 0 0,1 1 0,0-1 0,-1 0 0,1 0 0,0 1 0,0-1 0,0 0 0,0 0 0,0 0 0,0 0 0,0 0 0,0 0 0,0 0 0,0-1 0,1 1 0,-1 0 0,0-1 0,1 1 0,-1-1 0,0 1 0,1-1 0,-1 0 0,1 1 0,-1-1 0,0 0 0,3 0 0,27 4 0,-1-2 0,1-1 0,49-5 0,3 1 0,140 3-1365,-202 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9T07:27:03.4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172 149 24575,'0'-9'0,"0"-2"0,0 0 0,0 0 0,1-1 0,0 1 0,6-18 0,-6 25 0,1 1 0,-1 0 0,1 0 0,0 0 0,0 0 0,0 0 0,0 0 0,0 1 0,1-1 0,-1 1 0,1-1 0,0 1 0,-1 0 0,1 0 0,0 0 0,0 0 0,1 1 0,-1-1 0,0 1 0,0 0 0,1 0 0,4-1 0,-4 1 0,0 1 0,1 0 0,-1-1 0,0 2 0,1-1 0,-1 0 0,0 1 0,0 0 0,0 0 0,0 0 0,1 0 0,-1 1 0,-1-1 0,1 1 0,0 0 0,0 0 0,-1 1 0,1-1 0,-1 1 0,0 0 0,0 0 0,0 0 0,0 0 0,4 6 0,5 6 0,-2 1 0,0 0 0,-1 1 0,9 22 0,-12-22 0,-1 0 0,-1 1 0,0-1 0,-2 1 0,0 0 0,0-1 0,-2 1 0,0 0 0,-5 27 0,5-41 0,-1 0 0,0 1 0,0-1 0,0 0 0,-1 0 0,1 0 0,-1 0 0,0 0 0,0-1 0,0 1 0,-1 0 0,1-1 0,-6 6 0,-1-1 0,0-1 0,0 0 0,-16 9 0,17-11 0,0 0 0,0 1 0,1-1 0,-1 2 0,1-1 0,-9 11 0,16-17 0,0 0 0,-1 1 0,1-1 0,0 0 0,-1 1 0,1-1 0,0 1 0,0-1 0,0 1 0,-1-1 0,1 1 0,0-1 0,0 1 0,0-1 0,0 1 0,0-1 0,0 1 0,0-1 0,0 1 0,0-1 0,0 1 0,0-1 0,0 1 0,0-1 0,0 0 0,0 1 0,0-1 0,1 1 0,-1-1 0,1 2 0,14 5 0,27-3 0,-39-4 0,75-3 0,-58 1 0,1 0 0,0 2 0,0 0 0,0 2 0,-1 0 0,36 9 0,-49-8 0,-1 0 0,1 1 0,-1 0 0,1 0 0,-1 0 0,0 1 0,0 0 0,-1 0 0,0 1 0,0-1 0,0 1 0,0 0 0,-1 1 0,0-1 0,4 9 0,-2-3 0,-1 1 0,0-1 0,-1 1 0,0 0 0,-1 0 0,-1 0 0,2 24 0,-4-33 0,2 12 0,-2 0 0,0 1 0,-1-1 0,-6 28 0,6-39 0,-1 0 0,1-1 0,-1 1 0,0-1 0,-1 1 0,1-1 0,-1 0 0,0 0 0,0 0 0,0 0 0,-1 0 0,1-1 0,-1 1 0,0-1 0,0 0 0,0 0 0,0 0 0,-1-1 0,-6 3 0,-7 3 0,0-2 0,0-1 0,-1 0 0,0-1 0,1-1 0,-23 1 0,-119-4 0,68-3 0,79 3 0,-9 1 0,1-2 0,-34-5 0,47 4 0,0 0 0,0 0 0,0-1 0,1 0 0,-1-1 0,1 1 0,0-2 0,0 1 0,-13-11 0,-4-6-1365,3 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9T07:27:05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192 1 24575,'2'46'0,"-1"-32"0,0 0 0,0 1 0,-2-1 0,0 0 0,0 0 0,-6 23 0,5-34 0,1-1 0,-1 1 0,0-1 0,0 1 0,0-1 0,0 0 0,0 0 0,-1 0 0,1 0 0,-1 0 0,1 0 0,-1 0 0,0-1 0,0 0 0,1 1 0,-1-1 0,0 0 0,0 0 0,-6 0 0,-24 13 0,14-3 0,10-7 0,1 1 0,-1 0 0,1 1 0,0 0 0,0 0 0,1 1 0,-10 10 0,16-15 0,0 1 0,0-1 0,0 0 0,1 0 0,-1 0 0,1 0 0,-1 1 0,1-1 0,0 0 0,0 0 0,0 1 0,0-1 0,0 0 0,0 1 0,1-1 0,-1 0 0,1 0 0,0 0 0,0 0 0,0 1 0,0-1 0,0 0 0,0 0 0,2 3 0,6 7 0,0 0 0,18 19 0,-11-14 0,-1 2 0,-7-8 0,1 0 0,-1-1 0,2 0 0,-1 0 0,2-1 0,-1 0 0,1-1 0,0 0 0,1-1 0,20 10 0,42 13 0,-56-21 0,0-1 0,0-1 0,1-1 0,0 0 0,0-2 0,0 0 0,27 2 0,-45-6 0,38 1 0,43-5 0,-81 4 0,-1 0 0,1 0 0,0 0 0,0 0 0,0 0 0,-1 0 0,1 0 0,0 0 0,0-1 0,-1 1 0,1 0 0,0-1 0,0 1 0,-1 0 0,1-1 0,0 1 0,-1-1 0,1 1 0,-1-1 0,1 1 0,0-1 0,-1 1 0,1-1 0,-1 0 0,0 1 0,1-1 0,-1 0 0,1 0 0,-1 1 0,0-1 0,0 0 0,1-1 0,-1 0 0,-1 0 0,1 0 0,0 0 0,-1 0 0,0 0 0,1 0 0,-1 0 0,0 1 0,0-1 0,0 0 0,0 0 0,-2-2 0,-3-3 0,0 1 0,0-1 0,0 1 0,-1 0 0,-8-6 0,14 11 0,0 1 0,1-1 0,-1 0 0,0 1 0,0 0 0,0-1 0,0 1 0,0-1 0,1 1 0,-1 0 0,0 0 0,0 0 0,0-1 0,0 1 0,0 0 0,0 0 0,0 0 0,0 0 0,0 1 0,0-1 0,0 0 0,0 0 0,0 0 0,0 1 0,0-1 0,0 1 0,1-1 0,-2 1 0,1 0 0,-1 1 0,1 0 0,0-1 0,0 1 0,0 0 0,0-1 0,0 1 0,0 0 0,1 0 0,-1 0 0,0 0 0,0 4 0,0 8 0,-1 1 0,2-1 0,1 16 0,-1-22 0,1 15 0,0-1 0,6 26 0,-5-38 0,0-1 0,1 0 0,1 0 0,-1 0 0,1 0 0,1-1 0,9 15 0,-7-10-23,0 0-1,0 0 0,-2 1 1,0 0-1,0 0 1,-1 0-1,2 20 1,2 2-1154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9T07:27:07.4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 24575,'423'0'0,"-398"-1"13,1-1 0,25-7-1,-7 2-1415,-19 4-5423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9T07:27:09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24575,'-1'80'0,"3"91"0,10-101 0,0 9 0,-12-74 0,1-1 0,-1 0 0,1 0 0,0 0 0,0 0 0,0 1 0,0-1 0,1-1 0,-1 1 0,1 0 0,0 0 0,5 6 0,-5-9 0,-1 1 0,0-1 0,1 0 0,-1 0 0,1 0 0,0-1 0,-1 1 0,1 0 0,0-1 0,-1 1 0,1-1 0,0 1 0,-1-1 0,1 0 0,0 0 0,0 0 0,0 0 0,-1 0 0,1 0 0,0 0 0,0-1 0,-1 1 0,1 0 0,0-1 0,-1 0 0,1 1 0,0-1 0,-1 0 0,1 0 0,-1 0 0,1 0 0,-1 0 0,2-2 0,45-32 0,-32 23 0,0 0 0,1 1 0,25-13 0,-21 15 0,-11 3 0,0 2 0,1-1 0,-1 1 0,23-4 0,-30 7 0,1 1 0,-1 0 0,1 0 0,-1 0 0,1 0 0,-1 1 0,1-1 0,-1 1 0,1 0 0,-1 0 0,0 0 0,1 0 0,-1 1 0,0 0 0,0-1 0,0 1 0,0 0 0,0 0 0,0 1 0,3 2 0,1 4 0,0-1 0,-1 1 0,1 0 0,-2 1 0,1-1 0,-1 1 0,6 18 0,-1 4 0,9 41 0,-18-70 0,-1 0 0,1 0 0,-1 0 0,1 0 0,-1 0 0,0 0 0,0 0 0,0-1 0,-1 1 0,1 0 0,-1 0 0,1 0 0,-1 0 0,0 0 0,0 0 0,-1-1 0,1 1 0,0-1 0,-1 1 0,-2 3 0,0-3 0,0 1 0,0-1 0,0 0 0,0-1 0,0 1 0,0-1 0,-1 0 0,1 0 0,-1 0 0,0 0 0,-9 1 0,-75 11 0,59-10 0,-46 10 0,-1 2 104,52-13-839,-37 12 1,47-10-6092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9EFF-575C-22DF-EAA4-09ED7D2CC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EDC85-FC03-18BC-FFC4-A64DB8AEA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090A4-4F50-7243-A751-47DDE9E2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115-D83B-4AED-956F-B7F5D9A546D0}" type="datetimeFigureOut">
              <a:rPr lang="en-IN" smtClean="0"/>
              <a:t>09-03-2024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1296D-A071-5E16-3E74-3D26ABD4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0ECD3-48CF-8104-F8C3-FD59EEC07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C6F-718E-4EC9-96AE-64BB62EDF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0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25AC2-856D-6B82-9BC5-B547BE262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F606A-ED8C-6BFF-E5E5-E2F13BDD4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6DEBF-8F40-D7FC-7C37-56A6459A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115-D83B-4AED-956F-B7F5D9A546D0}" type="datetimeFigureOut">
              <a:rPr lang="en-IN" smtClean="0"/>
              <a:t>09-03-2024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B9D9B-C730-4F4B-AF60-422AE1DB9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3F03-59AB-6A16-45BA-4E9B7982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C6F-718E-4EC9-96AE-64BB62EDF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56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D1832-A6BD-B371-610E-27028883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EF46B-D1C8-F445-1157-D6D920CC3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7B57F-306F-894F-CF45-97575BD81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115-D83B-4AED-956F-B7F5D9A546D0}" type="datetimeFigureOut">
              <a:rPr lang="en-IN" smtClean="0"/>
              <a:t>09-03-2024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76569-78A0-CEC7-76B1-0C35D127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0F899-4258-0493-42EB-AE8D8A95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C6F-718E-4EC9-96AE-64BB62EDF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19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DA384-F8F5-C690-7608-D04B675AA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AFAA4-6CAD-89C4-DBE1-F17590CEF2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406BE-F0A0-82EB-6F9B-4BCDE29C8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DDB50-205F-CA89-9383-6035FEC20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115-D83B-4AED-956F-B7F5D9A546D0}" type="datetimeFigureOut">
              <a:rPr lang="en-IN" smtClean="0"/>
              <a:t>09-03-2024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88D2D-2D80-71A1-7386-BDEF7064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9B1BF-0C0F-B639-38C2-C887DA34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C6F-718E-4EC9-96AE-64BB62EDF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83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5184B-41E8-4E2F-4085-AB577929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63096-8EEF-FC1E-58D9-EDAA3D971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E126A-D42F-8F89-A3FF-5CCCB4488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76637-D7FB-D3DF-E166-F56F94254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AE3AF5-57CF-61AD-9ACB-DE80B3247C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A3FFB0-AF0D-277D-3C90-2CE9A55F4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115-D83B-4AED-956F-B7F5D9A546D0}" type="datetimeFigureOut">
              <a:rPr lang="en-IN" smtClean="0"/>
              <a:t>09-03-2024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A90974-390C-8C04-70D5-247EBB5B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12C7A8-65CF-9566-AA95-B30128823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C6F-718E-4EC9-96AE-64BB62EDF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24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C18B-EEAB-4E39-4F43-A618449CA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CB2BA-2D53-20E7-8144-BD0514D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115-D83B-4AED-956F-B7F5D9A546D0}" type="datetimeFigureOut">
              <a:rPr lang="en-IN" smtClean="0"/>
              <a:t>09-03-2024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AD3CF-A143-6FA8-3092-B9450942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AE446-6380-D0FF-1F58-E9C5A228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C6F-718E-4EC9-96AE-64BB62EDF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054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BB7E48-65DC-2773-2864-51A90C31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115-D83B-4AED-956F-B7F5D9A546D0}" type="datetimeFigureOut">
              <a:rPr lang="en-IN" smtClean="0"/>
              <a:t>09-03-2024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558BAB-95EF-349C-0401-F2E539DB8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76F4B-F0F6-C6A9-AC73-BF260701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C6F-718E-4EC9-96AE-64BB62EDF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342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3C9B-A9DD-4A21-6EAF-43DB03C9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58990-A0D6-6589-AD03-560FB5F8E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1D8362-8C9E-24E9-A095-3533DB044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C4CEC-0D1F-4031-3D2D-0B18D6352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115-D83B-4AED-956F-B7F5D9A546D0}" type="datetimeFigureOut">
              <a:rPr lang="en-IN" smtClean="0"/>
              <a:t>09-03-2024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D5504-1476-8392-1017-5EB564648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628FB-3C35-C16C-2102-DB0CC125B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C6F-718E-4EC9-96AE-64BB62EDF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4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DD41-0CC8-6DEB-437F-E834AADB7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B5A3E2-A2DA-4D81-6DEF-2D73964D5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B58DC-04BE-FBC0-8130-35C8E94EA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F3BD5-5626-174B-0578-75C703852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115-D83B-4AED-956F-B7F5D9A546D0}" type="datetimeFigureOut">
              <a:rPr lang="en-IN" smtClean="0"/>
              <a:t>09-03-2024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6507D-35FF-6BB9-5A06-169116BDD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98C95-C9D8-6822-F7CD-E6DB4AA9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C6F-718E-4EC9-96AE-64BB62EDF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572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94A5-5DB8-C9AA-46E5-5A1CD1EEC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B7998-4B77-32D4-30DB-97084B059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A16E3-1F38-8095-CAA3-57B013D6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115-D83B-4AED-956F-B7F5D9A546D0}" type="datetimeFigureOut">
              <a:rPr lang="en-IN" smtClean="0"/>
              <a:t>09-03-2024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0F2FF-D5AB-7B7C-D472-669FDAAC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8095B-06BC-F04F-932D-38BBF9AA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C6F-718E-4EC9-96AE-64BB62EDF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495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97588E-FA60-9686-605F-7B5060F72F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E13AC-F10B-CE12-4E49-3636DE050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06E5D-7318-4303-2947-4C977D8D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1115-D83B-4AED-956F-B7F5D9A546D0}" type="datetimeFigureOut">
              <a:rPr lang="en-IN" smtClean="0"/>
              <a:t>09-03-2024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85DB2-4A4B-DAC4-05DA-C91441F7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68A88-1E5C-0D62-FB86-721EC12D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C6F-718E-4EC9-96AE-64BB62EDF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7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A4291C-475F-7FA1-9B9A-ED9D0C1D3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A4D80-876C-1AEA-67BF-2B726A93B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8C83F-3CE3-56D7-25BB-C82855696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A1115-D83B-4AED-956F-B7F5D9A546D0}" type="datetimeFigureOut">
              <a:rPr lang="en-IN" smtClean="0"/>
              <a:t>09-03-2024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F9E83-FB63-4C6F-4E64-54E4523A5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3243A-E0A8-9CA2-D922-FC2126AD6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1CC6F-718E-4EC9-96AE-64BB62EDF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56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2.png"/><Relationship Id="rId18" Type="http://schemas.openxmlformats.org/officeDocument/2006/relationships/customXml" Target="../ink/ink8.xml"/><Relationship Id="rId3" Type="http://schemas.openxmlformats.org/officeDocument/2006/relationships/image" Target="../media/image7.png"/><Relationship Id="rId21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customXml" Target="../ink/ink5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2" Type="http://schemas.openxmlformats.org/officeDocument/2006/relationships/image" Target="../media/image6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1.png"/><Relationship Id="rId24" Type="http://schemas.openxmlformats.org/officeDocument/2006/relationships/customXml" Target="../ink/ink11.xml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10" Type="http://schemas.openxmlformats.org/officeDocument/2006/relationships/customXml" Target="../ink/ink4.xml"/><Relationship Id="rId19" Type="http://schemas.openxmlformats.org/officeDocument/2006/relationships/image" Target="../media/image15.png"/><Relationship Id="rId4" Type="http://schemas.openxmlformats.org/officeDocument/2006/relationships/customXml" Target="../ink/ink1.xml"/><Relationship Id="rId9" Type="http://schemas.openxmlformats.org/officeDocument/2006/relationships/image" Target="../media/image10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27.png"/><Relationship Id="rId18" Type="http://schemas.openxmlformats.org/officeDocument/2006/relationships/customXml" Target="../ink/ink18.xml"/><Relationship Id="rId3" Type="http://schemas.openxmlformats.org/officeDocument/2006/relationships/image" Target="../media/image21.png"/><Relationship Id="rId21" Type="http://schemas.openxmlformats.org/officeDocument/2006/relationships/image" Target="../media/image31.png"/><Relationship Id="rId7" Type="http://schemas.openxmlformats.org/officeDocument/2006/relationships/image" Target="../media/image24.png"/><Relationship Id="rId12" Type="http://schemas.openxmlformats.org/officeDocument/2006/relationships/customXml" Target="../ink/ink15.xml"/><Relationship Id="rId17" Type="http://schemas.openxmlformats.org/officeDocument/2006/relationships/image" Target="../media/image29.png"/><Relationship Id="rId2" Type="http://schemas.openxmlformats.org/officeDocument/2006/relationships/image" Target="../media/image20.png"/><Relationship Id="rId16" Type="http://schemas.openxmlformats.org/officeDocument/2006/relationships/customXml" Target="../ink/ink17.xml"/><Relationship Id="rId20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10" Type="http://schemas.openxmlformats.org/officeDocument/2006/relationships/customXml" Target="../ink/ink14.xml"/><Relationship Id="rId19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Relationship Id="rId14" Type="http://schemas.openxmlformats.org/officeDocument/2006/relationships/customXml" Target="../ink/ink16.xml"/><Relationship Id="rId22" Type="http://schemas.openxmlformats.org/officeDocument/2006/relationships/customXml" Target="../ink/ink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customXml" Target="../ink/ink26.xml"/><Relationship Id="rId18" Type="http://schemas.openxmlformats.org/officeDocument/2006/relationships/image" Target="../media/image72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12" Type="http://schemas.openxmlformats.org/officeDocument/2006/relationships/image" Target="../media/image69.png"/><Relationship Id="rId17" Type="http://schemas.openxmlformats.org/officeDocument/2006/relationships/customXml" Target="../ink/ink28.xml"/><Relationship Id="rId2" Type="http://schemas.openxmlformats.org/officeDocument/2006/relationships/image" Target="../media/image64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customXml" Target="../ink/ink25.xml"/><Relationship Id="rId5" Type="http://schemas.openxmlformats.org/officeDocument/2006/relationships/customXml" Target="../ink/ink22.xml"/><Relationship Id="rId15" Type="http://schemas.openxmlformats.org/officeDocument/2006/relationships/customXml" Target="../ink/ink27.xml"/><Relationship Id="rId10" Type="http://schemas.openxmlformats.org/officeDocument/2006/relationships/image" Target="../media/image68.png"/><Relationship Id="rId4" Type="http://schemas.openxmlformats.org/officeDocument/2006/relationships/image" Target="../media/image65.png"/><Relationship Id="rId9" Type="http://schemas.openxmlformats.org/officeDocument/2006/relationships/customXml" Target="../ink/ink24.xml"/><Relationship Id="rId14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0DE11C-618F-6526-5DC1-F1C8EBD7E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729"/>
            <a:ext cx="12192000" cy="627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6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06A5-B8C5-1D2D-72BC-A2712944F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196E94-6E61-33FB-7A2F-827F6A64D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999" y="1825625"/>
            <a:ext cx="8478001" cy="4351338"/>
          </a:xfrm>
        </p:spPr>
      </p:pic>
    </p:spTree>
    <p:extLst>
      <p:ext uri="{BB962C8B-B14F-4D97-AF65-F5344CB8AC3E}">
        <p14:creationId xmlns:p14="http://schemas.microsoft.com/office/powerpoint/2010/main" val="327638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C3A96C-20A5-00F5-B533-D8FBA15B39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6869" y="1825625"/>
            <a:ext cx="8398261" cy="4351338"/>
          </a:xfrm>
        </p:spPr>
      </p:pic>
    </p:spTree>
    <p:extLst>
      <p:ext uri="{BB962C8B-B14F-4D97-AF65-F5344CB8AC3E}">
        <p14:creationId xmlns:p14="http://schemas.microsoft.com/office/powerpoint/2010/main" val="636520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E16A60-0B19-7128-4D15-51E8559F9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813" y="588496"/>
            <a:ext cx="8158210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44B8B7-CC43-64C6-B740-36B43D8FB36B}"/>
              </a:ext>
            </a:extLst>
          </p:cNvPr>
          <p:cNvSpPr txBox="1"/>
          <p:nvPr/>
        </p:nvSpPr>
        <p:spPr>
          <a:xfrm>
            <a:off x="2375647" y="3541059"/>
            <a:ext cx="2386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Already Transform Data</a:t>
            </a:r>
          </a:p>
        </p:txBody>
      </p:sp>
    </p:spTree>
    <p:extLst>
      <p:ext uri="{BB962C8B-B14F-4D97-AF65-F5344CB8AC3E}">
        <p14:creationId xmlns:p14="http://schemas.microsoft.com/office/powerpoint/2010/main" val="3083283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517FF4F-1A4C-D1AF-57F7-AC6E61A064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5807" y="1825625"/>
            <a:ext cx="8160385" cy="435133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578654-F0A4-7037-B9A3-EA6B58242DE0}"/>
              </a:ext>
            </a:extLst>
          </p:cNvPr>
          <p:cNvSpPr txBox="1"/>
          <p:nvPr/>
        </p:nvSpPr>
        <p:spPr>
          <a:xfrm>
            <a:off x="1954306" y="564776"/>
            <a:ext cx="8402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As you know Power Bi is a intelligent tool &amp; its automatically  auto detect &amp; auto create </a:t>
            </a:r>
          </a:p>
          <a:p>
            <a:r>
              <a:rPr lang="en-IN" dirty="0"/>
              <a:t> the relationship between the table according to column Id’s</a:t>
            </a:r>
          </a:p>
        </p:txBody>
      </p:sp>
    </p:spTree>
    <p:extLst>
      <p:ext uri="{BB962C8B-B14F-4D97-AF65-F5344CB8AC3E}">
        <p14:creationId xmlns:p14="http://schemas.microsoft.com/office/powerpoint/2010/main" val="3506172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A6EA5A-A039-5E78-73B2-898AF8FB12F1}"/>
              </a:ext>
            </a:extLst>
          </p:cNvPr>
          <p:cNvSpPr txBox="1"/>
          <p:nvPr/>
        </p:nvSpPr>
        <p:spPr>
          <a:xfrm>
            <a:off x="1380565" y="618565"/>
            <a:ext cx="9946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Now if you to disable this auto detect &amp; auto create the relationship between the table to customize the</a:t>
            </a:r>
          </a:p>
          <a:p>
            <a:r>
              <a:rPr lang="en-IN" dirty="0"/>
              <a:t>Relationship according to your own just follow the following steps.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684F2F-0A5B-390F-B99C-C6CE8D1B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58" y="1703293"/>
            <a:ext cx="3287148" cy="3678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2C5094-0933-409C-EE8E-1FD6F78BD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223" y="1264896"/>
            <a:ext cx="5503562" cy="528021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8DC05FB-E24E-65CB-9E43-1DA059EB54C9}"/>
              </a:ext>
            </a:extLst>
          </p:cNvPr>
          <p:cNvGrpSpPr/>
          <p:nvPr/>
        </p:nvGrpSpPr>
        <p:grpSpPr>
          <a:xfrm>
            <a:off x="5450421" y="5324859"/>
            <a:ext cx="133560" cy="215640"/>
            <a:chOff x="5450421" y="5324859"/>
            <a:chExt cx="13356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BF69F8-632D-F7DD-5188-95785CCF811D}"/>
                    </a:ext>
                  </a:extLst>
                </p14:cNvPr>
                <p14:cNvContentPartPr/>
                <p14:nvPr/>
              </p14:nvContentPartPr>
              <p14:xfrm>
                <a:off x="5557341" y="5324859"/>
                <a:ext cx="14400" cy="157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BF69F8-632D-F7DD-5188-95785CCF811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39701" y="5307219"/>
                  <a:ext cx="500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19E4C8-EEE8-EF78-63B8-F6F184249C8A}"/>
                    </a:ext>
                  </a:extLst>
                </p14:cNvPr>
                <p14:cNvContentPartPr/>
                <p14:nvPr/>
              </p14:nvContentPartPr>
              <p14:xfrm>
                <a:off x="5478501" y="5351499"/>
                <a:ext cx="88920" cy="25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19E4C8-EEE8-EF78-63B8-F6F184249C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60501" y="5333859"/>
                  <a:ext cx="1245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743108E-0C45-902C-7D3D-EF3A0F441B4C}"/>
                    </a:ext>
                  </a:extLst>
                </p14:cNvPr>
                <p14:cNvContentPartPr/>
                <p14:nvPr/>
              </p14:nvContentPartPr>
              <p14:xfrm>
                <a:off x="5450421" y="5522139"/>
                <a:ext cx="133560" cy="18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743108E-0C45-902C-7D3D-EF3A0F441B4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32781" y="5504499"/>
                  <a:ext cx="16920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5512F52-66A4-F2AF-8960-9CDB5602041E}"/>
                  </a:ext>
                </a:extLst>
              </p14:cNvPr>
              <p14:cNvContentPartPr/>
              <p14:nvPr/>
            </p14:nvContentPartPr>
            <p14:xfrm>
              <a:off x="6752901" y="2499219"/>
              <a:ext cx="346320" cy="583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5512F52-66A4-F2AF-8960-9CDB5602041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34901" y="2481219"/>
                <a:ext cx="381960" cy="6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06ADDE3-E777-37D9-ADD8-69B3D18291DC}"/>
                  </a:ext>
                </a:extLst>
              </p14:cNvPr>
              <p14:cNvContentPartPr/>
              <p14:nvPr/>
            </p14:nvContentPartPr>
            <p14:xfrm>
              <a:off x="9126741" y="6263739"/>
              <a:ext cx="302760" cy="344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06ADDE3-E777-37D9-ADD8-69B3D18291D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09101" y="6246099"/>
                <a:ext cx="338400" cy="38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A2DD4EB-672A-12F2-0D71-F9390F01A5F1}"/>
              </a:ext>
            </a:extLst>
          </p:cNvPr>
          <p:cNvGrpSpPr/>
          <p:nvPr/>
        </p:nvGrpSpPr>
        <p:grpSpPr>
          <a:xfrm>
            <a:off x="698781" y="4222179"/>
            <a:ext cx="383760" cy="233640"/>
            <a:chOff x="698781" y="4222179"/>
            <a:chExt cx="38376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CD59ABF-4D59-C75C-C1E5-8210957724BF}"/>
                    </a:ext>
                  </a:extLst>
                </p14:cNvPr>
                <p14:cNvContentPartPr/>
                <p14:nvPr/>
              </p14:nvContentPartPr>
              <p14:xfrm>
                <a:off x="815781" y="4266819"/>
                <a:ext cx="19080" cy="169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CD59ABF-4D59-C75C-C1E5-8210957724B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8141" y="4249179"/>
                  <a:ext cx="54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E648244-61AB-0AA2-2B51-A44FBA3D6EFF}"/>
                    </a:ext>
                  </a:extLst>
                </p14:cNvPr>
                <p14:cNvContentPartPr/>
                <p14:nvPr/>
              </p14:nvContentPartPr>
              <p14:xfrm>
                <a:off x="736221" y="4222179"/>
                <a:ext cx="115200" cy="47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E648244-61AB-0AA2-2B51-A44FBA3D6EF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8581" y="4204179"/>
                  <a:ext cx="1508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D8CE26A-05ED-107E-C704-EF1BA65CFD6F}"/>
                    </a:ext>
                  </a:extLst>
                </p14:cNvPr>
                <p14:cNvContentPartPr/>
                <p14:nvPr/>
              </p14:nvContentPartPr>
              <p14:xfrm>
                <a:off x="698781" y="4455459"/>
                <a:ext cx="3837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D8CE26A-05ED-107E-C704-EF1BA65CFD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1141" y="4437459"/>
                  <a:ext cx="4194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ACEB9DF-E0CD-DCE5-F3BC-9E9C0431E1E3}"/>
                  </a:ext>
                </a:extLst>
              </p14:cNvPr>
              <p14:cNvContentPartPr/>
              <p14:nvPr/>
            </p14:nvContentPartPr>
            <p14:xfrm>
              <a:off x="3851301" y="2544579"/>
              <a:ext cx="262800" cy="343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ACEB9DF-E0CD-DCE5-F3BC-9E9C0431E1E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33301" y="2526939"/>
                <a:ext cx="29844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A348FB9-633D-CE5D-3071-081793F83B11}"/>
                  </a:ext>
                </a:extLst>
              </p14:cNvPr>
              <p14:cNvContentPartPr/>
              <p14:nvPr/>
            </p14:nvContentPartPr>
            <p14:xfrm>
              <a:off x="4607661" y="3711339"/>
              <a:ext cx="42984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A348FB9-633D-CE5D-3071-081793F83B1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90021" y="3693339"/>
                <a:ext cx="465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397200A-5DE8-98CA-6765-997772F21B54}"/>
                  </a:ext>
                </a:extLst>
              </p14:cNvPr>
              <p14:cNvContentPartPr/>
              <p14:nvPr/>
            </p14:nvContentPartPr>
            <p14:xfrm>
              <a:off x="4867581" y="3586059"/>
              <a:ext cx="260280" cy="240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397200A-5DE8-98CA-6765-997772F21B5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49941" y="3568059"/>
                <a:ext cx="295920" cy="27612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2FADE34-BCDE-7A18-7C3D-AD5F64CCADD4}"/>
              </a:ext>
            </a:extLst>
          </p:cNvPr>
          <p:cNvSpPr txBox="1"/>
          <p:nvPr/>
        </p:nvSpPr>
        <p:spPr>
          <a:xfrm>
            <a:off x="10022541" y="2544579"/>
            <a:ext cx="1638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Uncheck Three </a:t>
            </a:r>
          </a:p>
          <a:p>
            <a:r>
              <a:rPr lang="en-IN" dirty="0"/>
              <a:t>Options</a:t>
            </a:r>
          </a:p>
        </p:txBody>
      </p:sp>
    </p:spTree>
    <p:extLst>
      <p:ext uri="{BB962C8B-B14F-4D97-AF65-F5344CB8AC3E}">
        <p14:creationId xmlns:p14="http://schemas.microsoft.com/office/powerpoint/2010/main" val="241328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BC2971-0A74-3164-6D6C-685B77128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8299" y="1986989"/>
            <a:ext cx="8152898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B9EB04-A35A-D388-69CA-1857D142AF14}"/>
              </a:ext>
            </a:extLst>
          </p:cNvPr>
          <p:cNvSpPr txBox="1"/>
          <p:nvPr/>
        </p:nvSpPr>
        <p:spPr>
          <a:xfrm>
            <a:off x="1201271" y="618565"/>
            <a:ext cx="95153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As you see there is no changes after uncheck the relationship, because  data is previously loaded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 to remove the relationship between dataset we have to unload or load the data again using</a:t>
            </a:r>
          </a:p>
          <a:p>
            <a:r>
              <a:rPr lang="en-IN" dirty="0"/>
              <a:t>      POWER QUERY EDITOR </a:t>
            </a:r>
          </a:p>
        </p:txBody>
      </p:sp>
    </p:spTree>
    <p:extLst>
      <p:ext uri="{BB962C8B-B14F-4D97-AF65-F5344CB8AC3E}">
        <p14:creationId xmlns:p14="http://schemas.microsoft.com/office/powerpoint/2010/main" val="102874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8D07B6-1292-3B82-4F40-52AF93C871B9}"/>
              </a:ext>
            </a:extLst>
          </p:cNvPr>
          <p:cNvSpPr txBox="1"/>
          <p:nvPr/>
        </p:nvSpPr>
        <p:spPr>
          <a:xfrm>
            <a:off x="358588" y="331694"/>
            <a:ext cx="4532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Now use following steps to unload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Click Transform Data &amp; open PBI editor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66C742-CB20-B6E6-B03E-9BA8D568B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41" y="1105784"/>
            <a:ext cx="10963835" cy="12278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6E83BC-CB15-8778-2D96-4E76C5AE5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41" y="2461355"/>
            <a:ext cx="5388338" cy="28278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BB21C0-FDCB-EEDC-2C09-8A2401799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323" y="2837514"/>
            <a:ext cx="3574088" cy="12726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E675845-0F7A-EBA4-5616-6F776B15D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156" y="4255448"/>
            <a:ext cx="4206605" cy="225571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C4161E6B-58BB-493F-FC7C-891879242504}"/>
              </a:ext>
            </a:extLst>
          </p:cNvPr>
          <p:cNvGrpSpPr/>
          <p:nvPr/>
        </p:nvGrpSpPr>
        <p:grpSpPr>
          <a:xfrm>
            <a:off x="4033821" y="1004139"/>
            <a:ext cx="349200" cy="269280"/>
            <a:chOff x="4033821" y="1004139"/>
            <a:chExt cx="3492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15B4B77-4E51-26B9-A117-3B424191F724}"/>
                    </a:ext>
                  </a:extLst>
                </p14:cNvPr>
                <p14:cNvContentPartPr/>
                <p14:nvPr/>
              </p14:nvContentPartPr>
              <p14:xfrm>
                <a:off x="4204461" y="1004139"/>
                <a:ext cx="360" cy="232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15B4B77-4E51-26B9-A117-3B424191F7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86821" y="986139"/>
                  <a:ext cx="36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A304E2-96B2-58DC-B081-510AEA8355F9}"/>
                    </a:ext>
                  </a:extLst>
                </p14:cNvPr>
                <p14:cNvContentPartPr/>
                <p14:nvPr/>
              </p14:nvContentPartPr>
              <p14:xfrm>
                <a:off x="4109421" y="1004139"/>
                <a:ext cx="104040" cy="99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A304E2-96B2-58DC-B081-510AEA8355F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91781" y="986139"/>
                  <a:ext cx="1396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E0E9041-E5A1-C5DF-120E-3E52AEEBFB06}"/>
                    </a:ext>
                  </a:extLst>
                </p14:cNvPr>
                <p14:cNvContentPartPr/>
                <p14:nvPr/>
              </p14:nvContentPartPr>
              <p14:xfrm>
                <a:off x="4033821" y="1262979"/>
                <a:ext cx="349200" cy="10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E0E9041-E5A1-C5DF-120E-3E52AEEBFB0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15821" y="1244979"/>
                  <a:ext cx="38484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2D7030C-B166-1C34-98BD-8BE301141C69}"/>
                  </a:ext>
                </a:extLst>
              </p14:cNvPr>
              <p14:cNvContentPartPr/>
              <p14:nvPr/>
            </p14:nvContentPartPr>
            <p14:xfrm>
              <a:off x="315021" y="2849139"/>
              <a:ext cx="356400" cy="4579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2D7030C-B166-1C34-98BD-8BE301141C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7381" y="2831139"/>
                <a:ext cx="39204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CC5D033-6D76-1D00-9BCF-E9B5C61B3234}"/>
                  </a:ext>
                </a:extLst>
              </p14:cNvPr>
              <p14:cNvContentPartPr/>
              <p14:nvPr/>
            </p14:nvContentPartPr>
            <p14:xfrm>
              <a:off x="2312661" y="4490379"/>
              <a:ext cx="334080" cy="334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CC5D033-6D76-1D00-9BCF-E9B5C61B323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94661" y="4472379"/>
                <a:ext cx="369720" cy="36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54207844-81D8-B016-AC8D-87CEE48397BB}"/>
              </a:ext>
            </a:extLst>
          </p:cNvPr>
          <p:cNvGrpSpPr/>
          <p:nvPr/>
        </p:nvGrpSpPr>
        <p:grpSpPr>
          <a:xfrm>
            <a:off x="7914621" y="3684339"/>
            <a:ext cx="465120" cy="321840"/>
            <a:chOff x="7914621" y="3684339"/>
            <a:chExt cx="46512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6D43B96-F3FD-D2E9-BB48-1C7C15F8A7CD}"/>
                    </a:ext>
                  </a:extLst>
                </p14:cNvPr>
                <p14:cNvContentPartPr/>
                <p14:nvPr/>
              </p14:nvContentPartPr>
              <p14:xfrm>
                <a:off x="8157261" y="3693339"/>
                <a:ext cx="46080" cy="312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6D43B96-F3FD-D2E9-BB48-1C7C15F8A7C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39261" y="3675699"/>
                  <a:ext cx="817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8F83E42-6E9D-0C72-1205-E2E5FAAEAC86}"/>
                    </a:ext>
                  </a:extLst>
                </p14:cNvPr>
                <p14:cNvContentPartPr/>
                <p14:nvPr/>
              </p14:nvContentPartPr>
              <p14:xfrm>
                <a:off x="7969701" y="3851379"/>
                <a:ext cx="410040" cy="75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8F83E42-6E9D-0C72-1205-E2E5FAAEAC8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51701" y="3833739"/>
                  <a:ext cx="445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3AE5BE-B7B9-812B-CCBA-BB707D2833BA}"/>
                    </a:ext>
                  </a:extLst>
                </p14:cNvPr>
                <p14:cNvContentPartPr/>
                <p14:nvPr/>
              </p14:nvContentPartPr>
              <p14:xfrm>
                <a:off x="7914621" y="3684339"/>
                <a:ext cx="288360" cy="251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13AE5BE-B7B9-812B-CCBA-BB707D2833B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96621" y="3666339"/>
                  <a:ext cx="3240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FF561C4-714F-4EAA-C0FB-D2BF25F47F27}"/>
                    </a:ext>
                  </a:extLst>
                </p14:cNvPr>
                <p14:cNvContentPartPr/>
                <p14:nvPr/>
              </p14:nvContentPartPr>
              <p14:xfrm>
                <a:off x="7951341" y="3962259"/>
                <a:ext cx="7560" cy="3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FF561C4-714F-4EAA-C0FB-D2BF25F47F2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33701" y="3944619"/>
                  <a:ext cx="43200" cy="39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D4FC84C-7AA6-0709-EDBE-C92234D24A0E}"/>
              </a:ext>
            </a:extLst>
          </p:cNvPr>
          <p:cNvSpPr txBox="1"/>
          <p:nvPr/>
        </p:nvSpPr>
        <p:spPr>
          <a:xfrm>
            <a:off x="358588" y="5676961"/>
            <a:ext cx="51036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As u see data which unloaded show in Italic while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Other data show in normal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Follow same process on each data 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FF0000"/>
                </a:solidFill>
              </a:rPr>
              <a:t>Then choose CLOSE &amp; APPLY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8AFD245-CBFC-59D7-9E81-4C88A0BF9695}"/>
              </a:ext>
            </a:extLst>
          </p:cNvPr>
          <p:cNvCxnSpPr>
            <a:cxnSpLocks/>
          </p:cNvCxnSpPr>
          <p:nvPr/>
        </p:nvCxnSpPr>
        <p:spPr>
          <a:xfrm flipV="1">
            <a:off x="4933057" y="4749011"/>
            <a:ext cx="1613552" cy="100320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4C0E165-503B-DC07-D81E-680C4A7C4A53}"/>
              </a:ext>
            </a:extLst>
          </p:cNvPr>
          <p:cNvCxnSpPr>
            <a:cxnSpLocks/>
          </p:cNvCxnSpPr>
          <p:nvPr/>
        </p:nvCxnSpPr>
        <p:spPr>
          <a:xfrm flipV="1">
            <a:off x="4109421" y="5905881"/>
            <a:ext cx="2052735" cy="2327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208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D7C8F0-1947-EEA2-A6CB-7C8E345AB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3283" y="1825625"/>
            <a:ext cx="8725434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A7F916-BB1C-301B-EF21-370D041B537D}"/>
              </a:ext>
            </a:extLst>
          </p:cNvPr>
          <p:cNvSpPr txBox="1"/>
          <p:nvPr/>
        </p:nvSpPr>
        <p:spPr>
          <a:xfrm>
            <a:off x="1864659" y="744071"/>
            <a:ext cx="457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Now you can see model view contains no table</a:t>
            </a:r>
          </a:p>
        </p:txBody>
      </p:sp>
    </p:spTree>
    <p:extLst>
      <p:ext uri="{BB962C8B-B14F-4D97-AF65-F5344CB8AC3E}">
        <p14:creationId xmlns:p14="http://schemas.microsoft.com/office/powerpoint/2010/main" val="2516845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34C8D6-36F1-3300-0FF9-0329E116E913}"/>
              </a:ext>
            </a:extLst>
          </p:cNvPr>
          <p:cNvSpPr txBox="1"/>
          <p:nvPr/>
        </p:nvSpPr>
        <p:spPr>
          <a:xfrm>
            <a:off x="1389529" y="358588"/>
            <a:ext cx="7875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Now you can load the table again in data model using PBI query editor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Click the Transform  Data Option &amp; load the Dataset again using following steps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AEDB33-00D2-25BC-DFDF-4A53C418E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630" y="1177746"/>
            <a:ext cx="4854361" cy="4968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18CBC4-45C8-C5AB-1BF6-830E61693011}"/>
              </a:ext>
            </a:extLst>
          </p:cNvPr>
          <p:cNvSpPr txBox="1"/>
          <p:nvPr/>
        </p:nvSpPr>
        <p:spPr>
          <a:xfrm>
            <a:off x="7041718" y="5378823"/>
            <a:ext cx="47933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See all dataset are loaded as u see fonts are in</a:t>
            </a:r>
          </a:p>
          <a:p>
            <a:r>
              <a:rPr lang="en-IN" dirty="0"/>
              <a:t>      normal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Load all the data 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&amp; choose close &amp; apply to reload the models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F1CDAD-AE13-18B0-C809-F66E2718F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19" y="1392992"/>
            <a:ext cx="2903472" cy="283488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58AB9F-6CBA-CCE7-DFAE-6E6670D779AC}"/>
              </a:ext>
            </a:extLst>
          </p:cNvPr>
          <p:cNvCxnSpPr>
            <a:cxnSpLocks/>
          </p:cNvCxnSpPr>
          <p:nvPr/>
        </p:nvCxnSpPr>
        <p:spPr>
          <a:xfrm flipV="1">
            <a:off x="7862047" y="4001519"/>
            <a:ext cx="376517" cy="13773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219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9D7A33-8065-FED1-C7BA-7F0F1A32B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8384" y="1825625"/>
            <a:ext cx="8215231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5243D8-3C77-E5A5-30B0-9279165BFB42}"/>
              </a:ext>
            </a:extLst>
          </p:cNvPr>
          <p:cNvSpPr txBox="1"/>
          <p:nvPr/>
        </p:nvSpPr>
        <p:spPr>
          <a:xfrm>
            <a:off x="1988384" y="1093694"/>
            <a:ext cx="578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As you see, now there is no relationship between the tables</a:t>
            </a:r>
          </a:p>
        </p:txBody>
      </p:sp>
    </p:spTree>
    <p:extLst>
      <p:ext uri="{BB962C8B-B14F-4D97-AF65-F5344CB8AC3E}">
        <p14:creationId xmlns:p14="http://schemas.microsoft.com/office/powerpoint/2010/main" val="2945944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A679AF-4231-C6B8-CFB5-A21188413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305" y="1402505"/>
            <a:ext cx="4923819" cy="342769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7AB45-4477-8915-A701-E8CD3FF2F605}"/>
              </a:ext>
            </a:extLst>
          </p:cNvPr>
          <p:cNvSpPr txBox="1"/>
          <p:nvPr/>
        </p:nvSpPr>
        <p:spPr>
          <a:xfrm>
            <a:off x="448304" y="479175"/>
            <a:ext cx="4923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set the relationship just drag the productid and drop it on Fact sale Data productid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A7DD62-DDFE-0032-FDD4-ECB74BF6A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247" y="2770094"/>
            <a:ext cx="5071549" cy="32656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0277AE-C26C-FDF8-14E1-99B58DABB76F}"/>
              </a:ext>
            </a:extLst>
          </p:cNvPr>
          <p:cNvSpPr txBox="1"/>
          <p:nvPr/>
        </p:nvSpPr>
        <p:spPr>
          <a:xfrm>
            <a:off x="6167718" y="1972235"/>
            <a:ext cx="5339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will set the correct relation ship between products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455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7E61BD3-E66F-9A82-633F-FA5C40F06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7111" y="1825625"/>
            <a:ext cx="7497778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FBAACF-5045-91DB-CCA8-44BB773B2BC0}"/>
              </a:ext>
            </a:extLst>
          </p:cNvPr>
          <p:cNvSpPr txBox="1"/>
          <p:nvPr/>
        </p:nvSpPr>
        <p:spPr>
          <a:xfrm>
            <a:off x="1649506" y="959224"/>
            <a:ext cx="888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Follow same step on other keys , this will set the relationship according to your requirements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7260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1808E8-C213-7988-4F58-EE3FD00F3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3522" y="1825625"/>
            <a:ext cx="8124955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2E9FD0-A955-EB14-1901-C666A0DEA648}"/>
              </a:ext>
            </a:extLst>
          </p:cNvPr>
          <p:cNvSpPr txBox="1"/>
          <p:nvPr/>
        </p:nvSpPr>
        <p:spPr>
          <a:xfrm>
            <a:off x="2572871" y="977153"/>
            <a:ext cx="682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delete the relationship just right click on relationship line &amp; delete 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6017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82EEBF7-042F-A40A-28F1-A11E53310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325" y="2133599"/>
            <a:ext cx="5780141" cy="3281363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F55CB5-B005-4586-8348-513F59FDBF2B}"/>
              </a:ext>
            </a:extLst>
          </p:cNvPr>
          <p:cNvSpPr txBox="1"/>
          <p:nvPr/>
        </p:nvSpPr>
        <p:spPr>
          <a:xfrm>
            <a:off x="589325" y="788894"/>
            <a:ext cx="9140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Edit the relationship just right click on relationship &amp; choose properties option, this will open</a:t>
            </a:r>
          </a:p>
          <a:p>
            <a:r>
              <a:rPr lang="en-US" dirty="0"/>
              <a:t>Edit relationship dialog, now you can change the relationship and press ok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24CDD-EC1B-EF59-1358-6B9601CCA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13" y="1752739"/>
            <a:ext cx="4761462" cy="404308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456AEA-90D7-60D5-AF7F-3D313F209BC1}"/>
              </a:ext>
            </a:extLst>
          </p:cNvPr>
          <p:cNvCxnSpPr/>
          <p:nvPr/>
        </p:nvCxnSpPr>
        <p:spPr>
          <a:xfrm flipV="1">
            <a:off x="4186518" y="4213412"/>
            <a:ext cx="2545976" cy="8068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022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68B887-350C-153D-D736-4A552F076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436" y="828950"/>
            <a:ext cx="4567517" cy="260005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58F21F-6A86-7A51-24E0-F772A0503A34}"/>
              </a:ext>
            </a:extLst>
          </p:cNvPr>
          <p:cNvSpPr txBox="1"/>
          <p:nvPr/>
        </p:nvSpPr>
        <p:spPr>
          <a:xfrm>
            <a:off x="380999" y="254784"/>
            <a:ext cx="4893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There is another way to edit the relationship</a:t>
            </a:r>
            <a:endParaRPr lang="en-IN" sz="2000" b="1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4E6193-5465-66C5-83ED-2E60DC7FE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36" y="3469336"/>
            <a:ext cx="4567517" cy="30648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43D253-338C-522A-792E-1D83F83F6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024" y="322729"/>
            <a:ext cx="5595280" cy="476614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6A39BA-CC95-887D-2829-5C6C0A342498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1954306" y="2705800"/>
            <a:ext cx="3881718" cy="33313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5231EF45-9710-E9FC-7D7D-4B0EEEFB6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9459" y="5771709"/>
            <a:ext cx="5127812" cy="53093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8234776-4A5D-80DE-D9DA-66267558535F}"/>
              </a:ext>
            </a:extLst>
          </p:cNvPr>
          <p:cNvSpPr txBox="1"/>
          <p:nvPr/>
        </p:nvSpPr>
        <p:spPr>
          <a:xfrm>
            <a:off x="6105361" y="5001751"/>
            <a:ext cx="377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can also  manage it using manage </a:t>
            </a:r>
          </a:p>
          <a:p>
            <a:r>
              <a:rPr lang="en-US" dirty="0"/>
              <a:t>relationship from home tab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4986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7AD245-FCFF-319B-73F7-095CA982B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874" y="770965"/>
            <a:ext cx="10349277" cy="5360894"/>
          </a:xfrm>
        </p:spPr>
      </p:pic>
    </p:spTree>
    <p:extLst>
      <p:ext uri="{BB962C8B-B14F-4D97-AF65-F5344CB8AC3E}">
        <p14:creationId xmlns:p14="http://schemas.microsoft.com/office/powerpoint/2010/main" val="1110656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5AB219-BF5E-8073-3DA6-21F34EE85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960" y="918742"/>
            <a:ext cx="9734079" cy="5020516"/>
          </a:xfrm>
        </p:spPr>
      </p:pic>
    </p:spTree>
    <p:extLst>
      <p:ext uri="{BB962C8B-B14F-4D97-AF65-F5344CB8AC3E}">
        <p14:creationId xmlns:p14="http://schemas.microsoft.com/office/powerpoint/2010/main" val="1554054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04E192-2CFA-80E6-4F8E-3E48D8465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3614" y="1825625"/>
            <a:ext cx="8164772" cy="4351338"/>
          </a:xfrm>
        </p:spPr>
      </p:pic>
    </p:spTree>
    <p:extLst>
      <p:ext uri="{BB962C8B-B14F-4D97-AF65-F5344CB8AC3E}">
        <p14:creationId xmlns:p14="http://schemas.microsoft.com/office/powerpoint/2010/main" val="155555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73C5E9-C94C-5CFC-EF51-0E0E82043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649" y="1216959"/>
            <a:ext cx="5460903" cy="442408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70B24E-C2AD-4BE4-B4F8-DED892025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059" y="1321173"/>
            <a:ext cx="5633340" cy="431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33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FEEC6D-E84B-2237-558F-E6BCEA844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251" y="489883"/>
            <a:ext cx="11085608" cy="5901951"/>
          </a:xfrm>
        </p:spPr>
      </p:pic>
    </p:spTree>
    <p:extLst>
      <p:ext uri="{BB962C8B-B14F-4D97-AF65-F5344CB8AC3E}">
        <p14:creationId xmlns:p14="http://schemas.microsoft.com/office/powerpoint/2010/main" val="742868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C91BBA-DDA0-0FE8-DF96-E759CB261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2151" y="681317"/>
            <a:ext cx="10583707" cy="5561591"/>
          </a:xfrm>
        </p:spPr>
      </p:pic>
    </p:spTree>
    <p:extLst>
      <p:ext uri="{BB962C8B-B14F-4D97-AF65-F5344CB8AC3E}">
        <p14:creationId xmlns:p14="http://schemas.microsoft.com/office/powerpoint/2010/main" val="3654338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3AE05C-1AB3-D958-FE18-3A79474A3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048" y="726141"/>
            <a:ext cx="10689897" cy="5504330"/>
          </a:xfrm>
        </p:spPr>
      </p:pic>
    </p:spTree>
    <p:extLst>
      <p:ext uri="{BB962C8B-B14F-4D97-AF65-F5344CB8AC3E}">
        <p14:creationId xmlns:p14="http://schemas.microsoft.com/office/powerpoint/2010/main" val="769218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899CB0-22D8-E9D6-1CA4-725DF2C18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9340" y="1039042"/>
            <a:ext cx="9052652" cy="4779916"/>
          </a:xfrm>
        </p:spPr>
      </p:pic>
    </p:spTree>
    <p:extLst>
      <p:ext uri="{BB962C8B-B14F-4D97-AF65-F5344CB8AC3E}">
        <p14:creationId xmlns:p14="http://schemas.microsoft.com/office/powerpoint/2010/main" val="3583978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6A4871-5329-C212-80D1-7E53893C8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3090" y="1003906"/>
            <a:ext cx="9774533" cy="5130989"/>
          </a:xfrm>
        </p:spPr>
      </p:pic>
    </p:spTree>
    <p:extLst>
      <p:ext uri="{BB962C8B-B14F-4D97-AF65-F5344CB8AC3E}">
        <p14:creationId xmlns:p14="http://schemas.microsoft.com/office/powerpoint/2010/main" val="2920227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BCE85F-C659-CFB9-A184-30BCAA398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196" y="743930"/>
            <a:ext cx="10318219" cy="5370139"/>
          </a:xfrm>
        </p:spPr>
      </p:pic>
    </p:spTree>
    <p:extLst>
      <p:ext uri="{BB962C8B-B14F-4D97-AF65-F5344CB8AC3E}">
        <p14:creationId xmlns:p14="http://schemas.microsoft.com/office/powerpoint/2010/main" val="3676199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DDE27A-B8B1-8773-9100-6331EC486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6473" y="950258"/>
            <a:ext cx="9899053" cy="5266905"/>
          </a:xfrm>
        </p:spPr>
      </p:pic>
    </p:spTree>
    <p:extLst>
      <p:ext uri="{BB962C8B-B14F-4D97-AF65-F5344CB8AC3E}">
        <p14:creationId xmlns:p14="http://schemas.microsoft.com/office/powerpoint/2010/main" val="3987664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1457610-A948-FA97-0714-92F0A10EA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9469" y="1825625"/>
            <a:ext cx="8133061" cy="4351338"/>
          </a:xfrm>
        </p:spPr>
      </p:pic>
    </p:spTree>
    <p:extLst>
      <p:ext uri="{BB962C8B-B14F-4D97-AF65-F5344CB8AC3E}">
        <p14:creationId xmlns:p14="http://schemas.microsoft.com/office/powerpoint/2010/main" val="4490448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83EDA5-5AC3-7D15-3C71-D4F320F58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7565" y="717176"/>
            <a:ext cx="9736869" cy="5056375"/>
          </a:xfrm>
        </p:spPr>
      </p:pic>
    </p:spTree>
    <p:extLst>
      <p:ext uri="{BB962C8B-B14F-4D97-AF65-F5344CB8AC3E}">
        <p14:creationId xmlns:p14="http://schemas.microsoft.com/office/powerpoint/2010/main" val="3967670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6E8CB5-47EF-FC78-EE25-26AF635A43B2}"/>
              </a:ext>
            </a:extLst>
          </p:cNvPr>
          <p:cNvSpPr txBox="1"/>
          <p:nvPr/>
        </p:nvSpPr>
        <p:spPr>
          <a:xfrm>
            <a:off x="753035" y="690282"/>
            <a:ext cx="64827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you know there are five tables and we need only three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unload the unnecessary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Close &amp; apply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B731B1-A3EC-A7AC-E03B-517DD2CC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423" y="1761689"/>
            <a:ext cx="7526109" cy="452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190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22B420C-A749-6DF3-9956-3803984877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949" y="1798450"/>
            <a:ext cx="8774244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DA14E7-07E9-E8AB-4695-1086DAAEBF54}"/>
              </a:ext>
            </a:extLst>
          </p:cNvPr>
          <p:cNvSpPr txBox="1"/>
          <p:nvPr/>
        </p:nvSpPr>
        <p:spPr>
          <a:xfrm>
            <a:off x="1246094" y="448236"/>
            <a:ext cx="107994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 move to the home tab and load the table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will show three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Now click on the model view, this will show dataset with no relationship between them, its because automatic</a:t>
            </a:r>
          </a:p>
          <a:p>
            <a:r>
              <a:rPr lang="en-US" dirty="0"/>
              <a:t>      table column relation table is disabled.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881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40ABE7-BD82-AC12-C06B-55541A5F2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0131" y="1825625"/>
            <a:ext cx="10091737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44A28C-FFB7-FB2F-AD39-7D15DB0BBE52}"/>
              </a:ext>
            </a:extLst>
          </p:cNvPr>
          <p:cNvSpPr txBox="1"/>
          <p:nvPr/>
        </p:nvSpPr>
        <p:spPr>
          <a:xfrm>
            <a:off x="1272988" y="950259"/>
            <a:ext cx="8300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you see there is no relationship between all the dataset, </a:t>
            </a:r>
          </a:p>
          <a:p>
            <a:r>
              <a:rPr lang="en-US" dirty="0"/>
              <a:t>now suppose we want to find out the sale category wise just follow the following steps.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9475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8425EF-8A18-C27E-9378-A1F635DF4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1833" y="1945341"/>
            <a:ext cx="7584888" cy="384585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2315E6-95CD-03AC-F94D-BAC07DDD78C0}"/>
              </a:ext>
            </a:extLst>
          </p:cNvPr>
          <p:cNvSpPr txBox="1"/>
          <p:nvPr/>
        </p:nvSpPr>
        <p:spPr>
          <a:xfrm>
            <a:off x="1146621" y="357871"/>
            <a:ext cx="38476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Now open the report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select 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Choose 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Drag Sales field  to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Drag Company name  field to report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1927006-04EA-C8B0-6907-3AEFAFA3E55C}"/>
              </a:ext>
            </a:extLst>
          </p:cNvPr>
          <p:cNvGrpSpPr/>
          <p:nvPr/>
        </p:nvGrpSpPr>
        <p:grpSpPr>
          <a:xfrm>
            <a:off x="6320181" y="3200139"/>
            <a:ext cx="169560" cy="215640"/>
            <a:chOff x="6320181" y="3200139"/>
            <a:chExt cx="16956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B48CD08-1AA2-7C4D-E04D-ADA96CCC81D1}"/>
                    </a:ext>
                  </a:extLst>
                </p14:cNvPr>
                <p14:cNvContentPartPr/>
                <p14:nvPr/>
              </p14:nvContentPartPr>
              <p14:xfrm>
                <a:off x="6383181" y="3200139"/>
                <a:ext cx="53640" cy="214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B48CD08-1AA2-7C4D-E04D-ADA96CCC81D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65541" y="3182139"/>
                  <a:ext cx="892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D8AE662-E66E-C798-5726-225D66DD3B61}"/>
                    </a:ext>
                  </a:extLst>
                </p14:cNvPr>
                <p14:cNvContentPartPr/>
                <p14:nvPr/>
              </p14:nvContentPartPr>
              <p14:xfrm>
                <a:off x="6384261" y="3218139"/>
                <a:ext cx="70560" cy="1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D8AE662-E66E-C798-5726-225D66DD3B6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66261" y="3200499"/>
                  <a:ext cx="106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727D0C7-64F0-14AF-96E2-09B6AEB29ADB}"/>
                    </a:ext>
                  </a:extLst>
                </p14:cNvPr>
                <p14:cNvContentPartPr/>
                <p14:nvPr/>
              </p14:nvContentPartPr>
              <p14:xfrm>
                <a:off x="6320181" y="3405699"/>
                <a:ext cx="169560" cy="10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727D0C7-64F0-14AF-96E2-09B6AEB29AD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02181" y="3387699"/>
                  <a:ext cx="20520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DBD6515-3933-9F28-62E6-D514A9C3897A}"/>
                  </a:ext>
                </a:extLst>
              </p14:cNvPr>
              <p14:cNvContentPartPr/>
              <p14:nvPr/>
            </p14:nvContentPartPr>
            <p14:xfrm>
              <a:off x="837741" y="2807019"/>
              <a:ext cx="192240" cy="306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DBD6515-3933-9F28-62E6-D514A9C3897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101" y="2789019"/>
                <a:ext cx="22788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703EBF0-E8A0-C7B1-7CC3-8E00294E2910}"/>
                  </a:ext>
                </a:extLst>
              </p14:cNvPr>
              <p14:cNvContentPartPr/>
              <p14:nvPr/>
            </p14:nvContentPartPr>
            <p14:xfrm>
              <a:off x="6697461" y="4141899"/>
              <a:ext cx="260640" cy="3506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703EBF0-E8A0-C7B1-7CC3-8E00294E291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79821" y="4123899"/>
                <a:ext cx="29628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3995771-6282-BE4F-85A3-D1EC1044DBD8}"/>
                  </a:ext>
                </a:extLst>
              </p14:cNvPr>
              <p14:cNvContentPartPr/>
              <p14:nvPr/>
            </p14:nvContentPartPr>
            <p14:xfrm>
              <a:off x="7604661" y="4984299"/>
              <a:ext cx="220320" cy="3553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3995771-6282-BE4F-85A3-D1EC1044DBD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87021" y="4966659"/>
                <a:ext cx="255960" cy="39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7D9F5D95-B2F2-13C7-2F2D-6F98924CC946}"/>
              </a:ext>
            </a:extLst>
          </p:cNvPr>
          <p:cNvGrpSpPr/>
          <p:nvPr/>
        </p:nvGrpSpPr>
        <p:grpSpPr>
          <a:xfrm>
            <a:off x="7744701" y="3873339"/>
            <a:ext cx="232560" cy="274320"/>
            <a:chOff x="7744701" y="3873339"/>
            <a:chExt cx="23256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46D16E3-914C-08A4-74A1-B89D39F601D7}"/>
                    </a:ext>
                  </a:extLst>
                </p14:cNvPr>
                <p14:cNvContentPartPr/>
                <p14:nvPr/>
              </p14:nvContentPartPr>
              <p14:xfrm>
                <a:off x="7763421" y="3873339"/>
                <a:ext cx="213840" cy="8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46D16E3-914C-08A4-74A1-B89D39F601D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45421" y="3855699"/>
                  <a:ext cx="249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1E00EA7-A85F-76D6-F87B-CF8C90FCEFD4}"/>
                    </a:ext>
                  </a:extLst>
                </p14:cNvPr>
                <p14:cNvContentPartPr/>
                <p14:nvPr/>
              </p14:nvContentPartPr>
              <p14:xfrm>
                <a:off x="7744701" y="3890259"/>
                <a:ext cx="178560" cy="257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1E00EA7-A85F-76D6-F87B-CF8C90FCEFD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727061" y="3872619"/>
                  <a:ext cx="214200" cy="29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08046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B862F08-0172-8B84-9663-3439F20E6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5538" y="1818894"/>
            <a:ext cx="5151935" cy="4351338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9C18CB-917F-07CB-7033-2428471B9BD5}"/>
              </a:ext>
            </a:extLst>
          </p:cNvPr>
          <p:cNvSpPr txBox="1"/>
          <p:nvPr/>
        </p:nvSpPr>
        <p:spPr>
          <a:xfrm>
            <a:off x="546847" y="618565"/>
            <a:ext cx="4518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u  see each category shows same sum of sales which is incorrect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means that there is no relationship or correct relationship between tables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22932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4F891B-2127-A270-91D5-3DB892FFD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80" y="1226437"/>
            <a:ext cx="6965576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7F73EA-1220-995E-07B1-0BEF2174B2A5}"/>
              </a:ext>
            </a:extLst>
          </p:cNvPr>
          <p:cNvSpPr txBox="1"/>
          <p:nvPr/>
        </p:nvSpPr>
        <p:spPr>
          <a:xfrm>
            <a:off x="302735" y="356895"/>
            <a:ext cx="7253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Now set the correct relationship between these two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u see after set the correct relationship it will show correct sum values</a:t>
            </a:r>
          </a:p>
          <a:p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714800-2A90-138A-BFE5-7C89189295BE}"/>
              </a:ext>
            </a:extLst>
          </p:cNvPr>
          <p:cNvCxnSpPr/>
          <p:nvPr/>
        </p:nvCxnSpPr>
        <p:spPr>
          <a:xfrm flipV="1">
            <a:off x="3648635" y="2644588"/>
            <a:ext cx="1550894" cy="125505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C81ECA1-F6A1-27A3-DECA-ECDBCB4DEA40}"/>
              </a:ext>
            </a:extLst>
          </p:cNvPr>
          <p:cNvSpPr txBox="1"/>
          <p:nvPr/>
        </p:nvSpPr>
        <p:spPr>
          <a:xfrm>
            <a:off x="4714517" y="3769214"/>
            <a:ext cx="2295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Just drag the ID to dim</a:t>
            </a:r>
          </a:p>
          <a:p>
            <a:r>
              <a:rPr lang="en-US" dirty="0">
                <a:solidFill>
                  <a:srgbClr val="00B050"/>
                </a:solidFill>
              </a:rPr>
              <a:t>Product data</a:t>
            </a:r>
            <a:endParaRPr lang="en-IN" dirty="0">
              <a:solidFill>
                <a:srgbClr val="00B050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573F98F-67FC-7B0D-2963-C382B302E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974" y="1546296"/>
            <a:ext cx="4201119" cy="376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987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319C66-FDFA-1AAC-7744-F2918F10DE6B}"/>
              </a:ext>
            </a:extLst>
          </p:cNvPr>
          <p:cNvSpPr txBox="1"/>
          <p:nvPr/>
        </p:nvSpPr>
        <p:spPr>
          <a:xfrm>
            <a:off x="251012" y="528918"/>
            <a:ext cx="87384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u want to find out how many customer purchase same category, how may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we have to set relationship with customer id also, just drag &amp; drop the customer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set the relationship &amp; open the report 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open the report view drag the customer id to report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u see in yellow highlighter category name shows many time that is the ISSUE</a:t>
            </a:r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78A17A5-7364-A9EA-848B-2F35C6567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773" y="2472671"/>
            <a:ext cx="4622797" cy="3228882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A843F88-7DB8-5042-420C-1DC612E57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890" y="2295118"/>
            <a:ext cx="3977985" cy="34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078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7DA1CE-D822-4783-CA51-09E0BB03C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3103" y="1897342"/>
            <a:ext cx="3836712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F69292-9913-6766-E20F-F1707CEEC9E6}"/>
              </a:ext>
            </a:extLst>
          </p:cNvPr>
          <p:cNvSpPr txBox="1"/>
          <p:nvPr/>
        </p:nvSpPr>
        <p:spPr>
          <a:xfrm>
            <a:off x="1039906" y="484094"/>
            <a:ext cx="84291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Because we need total count instead of customer id, just go to visualization pane </a:t>
            </a:r>
          </a:p>
          <a:p>
            <a:r>
              <a:rPr lang="en-US" dirty="0"/>
              <a:t>     &amp; select customerid &amp; then choose 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This will show following output which is not correct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It will show total count in each category this is because of unidirectional relationship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95FDA1-32CE-AD0F-2393-105D42568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96" y="2347491"/>
            <a:ext cx="5105842" cy="323878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5AF219-F3EC-981C-C355-5403C78CB089}"/>
              </a:ext>
            </a:extLst>
          </p:cNvPr>
          <p:cNvCxnSpPr>
            <a:cxnSpLocks/>
          </p:cNvCxnSpPr>
          <p:nvPr/>
        </p:nvCxnSpPr>
        <p:spPr>
          <a:xfrm>
            <a:off x="4942545" y="4320988"/>
            <a:ext cx="115345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8982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99CAA5-4093-AE31-9491-5835703FB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506" y="1253331"/>
            <a:ext cx="5169494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375FB9-BE32-5E4A-8000-27BAAC8360EB}"/>
              </a:ext>
            </a:extLst>
          </p:cNvPr>
          <p:cNvSpPr txBox="1"/>
          <p:nvPr/>
        </p:nvSpPr>
        <p:spPr>
          <a:xfrm>
            <a:off x="1461247" y="681318"/>
            <a:ext cx="829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the relationship to unidirectional to both by double clicking on relationship line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64BC62-86F9-2A74-EBF0-3C878E623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293" y="2097741"/>
            <a:ext cx="5766410" cy="340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351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56E02B-9098-0156-A970-13D0ACC13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4002" y="1611472"/>
            <a:ext cx="4237087" cy="363505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7019B3-7259-0410-8139-17CFD8C052D1}"/>
              </a:ext>
            </a:extLst>
          </p:cNvPr>
          <p:cNvSpPr txBox="1"/>
          <p:nvPr/>
        </p:nvSpPr>
        <p:spPr>
          <a:xfrm>
            <a:off x="2868706" y="779929"/>
            <a:ext cx="5107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  move to the report view &amp; see the correct visual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8602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418912-F3A5-73D2-A646-D8C3C2FC0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696" y="1882553"/>
            <a:ext cx="2832199" cy="271591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7A547C-4156-EB8E-69A6-C8C25C40D952}"/>
              </a:ext>
            </a:extLst>
          </p:cNvPr>
          <p:cNvSpPr txBox="1"/>
          <p:nvPr/>
        </p:nvSpPr>
        <p:spPr>
          <a:xfrm>
            <a:off x="1013012" y="337708"/>
            <a:ext cx="8624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active or inactive the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Just DoubleClick on the relationship line and  check/uncheck the checkbox to active / inactive the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u see the inactive relationship  shows in broken line &amp; result shows incorrect data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07605A-BAF2-B1A3-1245-E518FF9DE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635" y="1946630"/>
            <a:ext cx="3352800" cy="27159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0E4119-0B74-614B-570B-38AC0487B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175" y="1882553"/>
            <a:ext cx="3630057" cy="27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62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036589-9E4A-446E-7AB0-0A6D8F58B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263" y="1153272"/>
            <a:ext cx="8764838" cy="4351338"/>
          </a:xfrm>
        </p:spPr>
      </p:pic>
    </p:spTree>
    <p:extLst>
      <p:ext uri="{BB962C8B-B14F-4D97-AF65-F5344CB8AC3E}">
        <p14:creationId xmlns:p14="http://schemas.microsoft.com/office/powerpoint/2010/main" val="2161702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02144B-A59C-C6D6-7044-C232E7888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3366" y="991907"/>
            <a:ext cx="8194301" cy="4351338"/>
          </a:xfrm>
        </p:spPr>
      </p:pic>
    </p:spTree>
    <p:extLst>
      <p:ext uri="{BB962C8B-B14F-4D97-AF65-F5344CB8AC3E}">
        <p14:creationId xmlns:p14="http://schemas.microsoft.com/office/powerpoint/2010/main" val="2178809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370F6C-F749-B7C0-EB74-BBB8228E16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9483" y="1341531"/>
            <a:ext cx="8310305" cy="4351338"/>
          </a:xfrm>
        </p:spPr>
      </p:pic>
    </p:spTree>
    <p:extLst>
      <p:ext uri="{BB962C8B-B14F-4D97-AF65-F5344CB8AC3E}">
        <p14:creationId xmlns:p14="http://schemas.microsoft.com/office/powerpoint/2010/main" val="36103130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1C9C14-F17B-6736-65F2-9E1D89E27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943" y="847024"/>
            <a:ext cx="9798133" cy="5163951"/>
          </a:xfrm>
        </p:spPr>
      </p:pic>
    </p:spTree>
    <p:extLst>
      <p:ext uri="{BB962C8B-B14F-4D97-AF65-F5344CB8AC3E}">
        <p14:creationId xmlns:p14="http://schemas.microsoft.com/office/powerpoint/2010/main" val="2699468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679</Words>
  <Application>Microsoft Office PowerPoint</Application>
  <PresentationFormat>Widescreen</PresentationFormat>
  <Paragraphs>68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Sappal</dc:creator>
  <cp:lastModifiedBy>Sandeep Sappal</cp:lastModifiedBy>
  <cp:revision>7</cp:revision>
  <dcterms:created xsi:type="dcterms:W3CDTF">2024-03-06T07:08:31Z</dcterms:created>
  <dcterms:modified xsi:type="dcterms:W3CDTF">2024-03-09T09:25:02Z</dcterms:modified>
</cp:coreProperties>
</file>