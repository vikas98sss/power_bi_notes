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75" d="100"/>
          <a:sy n="175" d="100"/>
        </p:scale>
        <p:origin x="-14" y="-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4:16.9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24575,'5'0'0,"4"0"0,2 4 0,-1 10 0,-3 7 0,-2 8 0,-2 4 0,-2 4 0,0 1 0,3 1 0,2 0 0,-1-4 0,-1-3 0,-1-3 0,-2-6-8191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4:20.4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212 556 24575,'0'-8'0,"0"-1"0,-1 0 0,1 1 0,-2-1 0,1 1 0,-1-1 0,-1 1 0,1 0 0,-1 0 0,-1 0 0,1 0 0,-6-7 0,1 0 0,1 0 0,0-1 0,1 0 0,1 0 0,0 0 0,1-1 0,1 1 0,-2-31 0,5 22 0,0-1 0,2 1 0,0 0 0,2-1 0,8-28 0,-11 50 0,0 0 0,1 0 0,-1 1 0,1-1 0,-1 0 0,1 0 0,0 1 0,1-1 0,-1 1 0,1 0 0,-1 0 0,1-1 0,0 2 0,0-1 0,0 0 0,0 1 0,1-1 0,-1 1 0,1 0 0,3-2 0,4 1 0,-1 0 0,1 0 0,-1 1 0,1 1 0,-1 0 0,19 0 0,4 0 0,-6-1 0,0 1 0,1 2 0,-1 1 0,46 9 0,-67-9 0,0 1 0,0 0 0,0 0 0,-1 1 0,1-1 0,-1 1 0,0 1 0,0-1 0,0 1 0,0-1 0,-1 2 0,0-1 0,0 0 0,4 10 0,4 4 0,-2 1 0,15 43 0,-18-41 0,-2 1 0,0 0 0,-2 0 0,2 43 0,-11 94 0,5-154 0,0 1 0,-1-1 0,0 0 0,0 0 0,0 0 0,-1 0 0,0 0 0,0-1 0,0 1 0,-1-1 0,1 0 0,-1 0 0,-1 0 0,1 0 0,-1-1 0,-5 4 0,-12 9 0,0-1 0,-37 19 0,19-12 0,28-16 0,-19 12 0,1 1 0,-32 28 0,40-31 0,0-1 0,-1-1 0,-25 12 0,21-12 0,2 0 0,-31 24 0,46-30 0,0-1 0,0 1 0,1 0 0,0 1 0,1 0 0,0 1 0,1 0 0,-12 22 0,17-28 0,-7 13 0,8-15 0,6-7 0,1-4 0,0 0 0,1 1 0,1-1 0,-1 2 0,1-1 0,0 1 0,0 0 0,1 1 0,0 0 0,15-6 0,6 0 0,1 1 0,32-6 0,20-6 0,-61 16 11,-1 1 0,1 1 1,0 1-1,0 1 0,0 1 0,0 1 0,37 4 0,5 6-385,79 23-1,-96-21-330,-9-3-6121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4:25.29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21 280 24575,'-1'-5'0,"1"-1"0,-1 1 0,-1-1 0,1 1 0,-4-8 0,-4-18 0,8 24 0,1 1 0,0-1 0,0 1 0,0-1 0,1 1 0,0-1 0,0 1 0,1-1 0,-1 1 0,1 0 0,1 0 0,-1 0 0,1 0 0,1 0 0,-1 1 0,1-1 0,-1 1 0,1 0 0,1 0 0,-1 0 0,1 1 0,0-1 0,0 1 0,10-6 0,-3 2 0,1 1 0,0 0 0,0 1 0,1 0 0,-1 1 0,1 1 0,1 0 0,-1 1 0,0 0 0,17 0 0,67-1 0,107 11 0,-198-6 0,0 0 0,0 1 0,0 0 0,0 0 0,-1 0 0,1 1 0,-1 0 0,1 0 0,-1 1 0,0 0 0,0 0 0,-1 0 0,1 1 0,-1 0 0,0 0 0,0 0 0,-1 1 0,0-1 0,1 1 0,5 12 0,-6-9 0,0-1 0,0 1 0,0 1 0,-1-1 0,0 1 0,-1-1 0,0 1 0,-1 0 0,0-1 0,0 1 0,-1 0 0,-1 0 0,1 0 0,-4 14 0,2-18 0,0-1 0,-1 0 0,1 1 0,-1-1 0,0 0 0,-1-1 0,1 1 0,-1 0 0,0-1 0,0 0 0,0 0 0,0 0 0,-1-1 0,0 1 0,1-1 0,-1 0 0,-10 4 0,-9 4 0,-1-2 0,-40 11 0,45-14 0,-27 8 0,1 2 0,-55 27 0,89-38 0,-1 0 0,-23 6 0,24-8 0,102 0 0,-16-5 0,147 3 0,-210 0 0,-1 0 0,0 1 0,0 1 0,0-1 0,0 2 0,-1-1 0,1 1 0,-1 1 0,0 0 0,0 0 0,-1 1 0,1 0 0,-1 0 0,-1 1 0,1 0 0,-1 0 0,0 1 0,-1 0 0,1 0 0,-2 0 0,1 1 0,-1 0 0,-1 0 0,1 1 0,-2-1 0,1 1 0,-1 0 0,2 15 0,-4-21 0,0 0 0,-1 0 0,1 1 0,-1-1 0,0 0 0,-1 0 0,1 1 0,-1-1 0,1 0 0,-1 0 0,0 0 0,-1 0 0,1 0 0,-1 0 0,-3 6 0,2-5 0,-1 0 0,0 0 0,0 0 0,-1 0 0,0-1 0,1 0 0,-2 0 0,1 0 0,-7 4 0,-8 2 0,-1-1 0,1 0 0,-1-2 0,-42 9 0,7-4 0,15-4 0,-76 26 0,109-30-114,1-2 1,-1 1-1,1-1 0,-1 0 0,0-1 1,0 0-1,0 0 0,0 0 0,0-1 1,1-1-1,-10 0 0,-4-3-6712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5:08.29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5:08.89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35:10.57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1 1 24575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51:51.88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0 24575,'4'0'0,"2"4"0,-1 6 0,0 9 0,-2 6 0,-1 8 0,-1 9 0,-1 8 0,0 3 0,0-3 0,0-2 0,-1-5 0,5 0 0,6-5 0,1-8-8191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51:53.45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272 0 24575,'4'0'0,"2"5"0,-5 0 0,-6 1 0,-8 2 0,-4 5 0,-4 0 0,-4 2 0,0-1 0,-1 1 0,-1 1 0,1 4 0,1-3 0,-1 1 0,1 1 0,4-3-8191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51:54.83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24575,'9'9'0,"0"-2"0,1 1 0,1-1 0,-1-1 0,1 0 0,0 0 0,0-1 0,1-1 0,0 0 0,0 0 0,0-1 0,0-1 0,13 2 0,23 0 0,-1-2 0,54-5 0,-23 0 0,-49 1 0,0-1 0,-1-2 0,43-12 0,23-4 0,-58 15-1365,-5-1-5461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52:00.18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106 458 24575,'-2'-11'0,"1"0"0,-2 0 0,0 1 0,0-1 0,-1 1 0,0 0 0,0 0 0,-1 0 0,-12-17 0,8 12 0,0-1 0,-8-23 0,11 19 0,1 0 0,0-1 0,2 0 0,0 0 0,2 0 0,0 0 0,2-24 0,0 42 0,-1-1 0,1 1 0,0 0 0,0 0 0,0-1 0,0 1 0,0 0 0,1 0 0,0 0 0,-1 0 0,1 1 0,0-1 0,0 0 0,0 1 0,1-1 0,-1 1 0,1 0 0,-1 0 0,1 0 0,0 0 0,0 0 0,0 1 0,0-1 0,0 1 0,0-1 0,0 1 0,0 0 0,1 1 0,5-2 0,10-1 0,0 1 0,0 1 0,0 1 0,20 2 0,-20-2 0,-5 1 0,-1 0 0,0 1 0,1 0 0,-1 0 0,0 2 0,-1 0 0,1 0 0,17 9 0,-21-8 0,0 1 0,0 0 0,-1 0 0,0 1 0,0 0 0,-1 0 0,0 1 0,0 0 0,-1 0 0,0 1 0,8 13 0,-2 1 0,-1 1 0,-1 0 0,-1 0 0,-1 1 0,9 49 0,-15-58 0,0 0 0,-1 0 0,0-1 0,-2 1 0,0 0 0,0 0 0,-2-1 0,0 1 0,0-1 0,-2 1 0,-6 15 0,4-18 0,0-1 0,-1 1 0,-1-1 0,0-1 0,0 0 0,-1 0 0,-17 13 0,-85 62 0,106-82 0,4-2 0,-13 7 0,1 2 0,1 0 0,-18 18 0,29-27 0,-1 1 0,1 0 0,-1 0 0,1 0 0,0 0 0,0 0 0,0 1 0,1-1 0,-1 1 0,1-1 0,0 1 0,0-1 0,0 1 0,0 0 0,1-1 0,-1 1 0,1 0 0,0 0 0,0 0 0,0-1 0,1 1 0,1 5 0,-1-7 0,0 1 0,0-1 0,0 0 0,0 0 0,1 0 0,-1 0 0,1 0 0,-1-1 0,1 1 0,0 0 0,0-1 0,0 1 0,0-1 0,0 1 0,0-1 0,0 0 0,0 0 0,0 0 0,1 0 0,-1-1 0,0 1 0,1 0 0,-1-1 0,0 0 0,1 1 0,-1-1 0,1 0 0,-1 0 0,1-1 0,-1 1 0,0 0 0,4-2 0,2 1 0,0-1 0,1 0 0,-1 0 0,0-1 0,0-1 0,-1 1 0,1-1 0,7-5 0,-3 0 0,-2 2 0,-1-1 0,2 1 0,-1 1 0,1 0 0,0 0 0,0 1 0,0 0 0,1 1 0,0 1 0,-1-1 0,21-1 0,126 5-18,-98 1-1329,-29 0-5479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2T03:52:03.23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26 257 24575,'-3'-4'0,"1"1"0,0 0 0,0-1 0,0 1 0,0-1 0,0 0 0,1 1 0,0-1 0,0 0 0,0 0 0,0 0 0,0-5 0,-2-53 0,2 41 0,1 12 0,0 1 0,0-1 0,0 0 0,1 1 0,0-1 0,1 1 0,3-12 0,-4 18 0,0-1 0,1 1 0,-1-1 0,1 1 0,0-1 0,-1 1 0,1 0 0,0 0 0,0 0 0,0 0 0,1 0 0,-1 0 0,0 1 0,1-1 0,-1 1 0,1-1 0,0 1 0,-1 0 0,1 0 0,0 0 0,0 1 0,-1-1 0,1 1 0,0-1 0,5 1 0,2 0 0,1 1 0,-1 0 0,1 0 0,0 1 0,-1 1 0,0 0 0,0 0 0,0 1 0,0 0 0,0 0 0,10 8 0,-10-6 0,0 0 0,0 1 0,0 0 0,-1 1 0,0 0 0,0 1 0,-1 0 0,0 0 0,10 17 0,-14-18 0,0 0 0,-1 1 0,0 0 0,0-1 0,-1 1 0,-1 0 0,1 0 0,-1 11 0,-2 76 0,-1-52 0,2 28 0,-3 52 0,2-122 0,1 1 0,0-1 0,-1 1 0,0-1 0,1 0 0,-1 1 0,0-1 0,0 0 0,0 0 0,-1 0 0,1 0 0,0 0 0,-1 0 0,0 0 0,1 0 0,-1 0 0,0-1 0,0 1 0,0-1 0,0 1 0,0-1 0,0 0 0,0 1 0,0-1 0,-1-1 0,1 1 0,0 0 0,-1 0 0,1-1 0,0 1 0,-1-1 0,1 0 0,-6 0 0,17-8 0,14-2 0,-8 6 0,0 1 0,1 0 0,-1 1 0,1 1 0,0 0 0,20 2 0,-28 0 0,-1 0 0,0 0 0,1 1 0,-1 0 0,0 0 0,0 0 0,0 1 0,0 0 0,-1 1 0,1-1 0,-1 1 0,0 0 0,0 1 0,0 0 0,7 7 0,-3-1 0,-1 1 0,0 0 0,-1 0 0,-1 1 0,0 0 0,0 0 0,-1 1 0,-1 0 0,0 0 0,-1 0 0,-1 1 0,0-1 0,0 1 0,-2 0 0,0 17 0,0 0 0,1-9 0,-2 0 0,0 0 0,-1 1 0,-9 39 0,9-60 0,0 0 0,0 0 0,-1 0 0,1 0 0,-1 0 0,0 0 0,0-1 0,0 1 0,0-1 0,-1 1 0,1-1 0,-1 0 0,1 0 0,-1 0 0,0 0 0,1 0 0,-1 0 0,0-1 0,0 0 0,-1 1 0,1-1 0,0 0 0,0-1 0,-6 2 0,-7 0 0,-1-1 0,1 0 0,-30-3 0,21 0 0,-133 1 0,-61-3 0,195 0-1365,5-1-5461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42.170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0 24575,'1'15'0,"0"0"0,1-1 0,1 1 0,0-1 0,1 0 0,1 0 0,0 0 0,13 24 0,-9-17 0,7 19 0,-3 0 0,0 0 0,-3 2 0,6 47 0,-9-10-1365,-6-47-5461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43.43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295 0 24575,'-5'0'0,"-5"0"0,-5 5 0,-5 0 0,-2 5 0,-3 4 0,0 4 0,3 3 0,5 3 0,3 1 0,-2-3 0,-2-2 0,-2-4 0,-2-1 0,-2 2 0,4-2-8191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45.122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35 24575,'0'-4'0,"4"-1"0,6-1 0,5 2 0,9 1 0,4 1 0,7 1 0,0 1 0,4 0 0,-1 0 0,1 0 0,-1 0 0,-3-4 0,-8-1-8191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48.00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1 204 24575,'0'-11'0,"0"-1"0,1 0 0,1 0 0,0 1 0,0-1 0,1 1 0,0 0 0,1-1 0,7-13 0,-8 20 0,0 0 0,1 0 0,-1 0 0,1 1 0,0-1 0,0 1 0,0 0 0,0 0 0,1 1 0,0-1 0,0 1 0,0 0 0,0 0 0,0 1 0,0-1 0,1 1 0,-1 0 0,1 1 0,0-1 0,8 0 0,0 0 0,-1 1 0,1 1 0,0 0 0,-1 1 0,1 0 0,-1 1 0,0 1 0,1 0 0,23 9 0,-29-9 0,-1 0 0,-1 1 0,1 0 0,0 0 0,-1 1 0,0-1 0,0 1 0,0 1 0,-1-1 0,1 1 0,-1 0 0,-1 0 0,1 1 0,-1-1 0,0 1 0,-1 0 0,1 0 0,3 13 0,16 52 0,-10-36 0,-2-1 0,-1 2 0,-3-1 0,5 41 0,-12-73 0,2 22 0,-3 52 0,0-70 0,-1 1 0,1 0 0,-1-1 0,-1 0 0,0 1 0,0-1 0,0 0 0,-1 0 0,-9 13 0,5-7 0,0-1 0,1 2 0,1-1 0,0 1 0,-6 25 0,9-28 0,0 0 0,-1 0 0,0 0 0,-1-1 0,0 1 0,-1-1 0,0 0 0,-1-1 0,0 0 0,-13 14 0,18-22 0,-1 1 0,0-1 0,0 0 0,0 0 0,0 0 0,0-1 0,0 1 0,0-1 0,-1 1 0,1-1 0,0 0 0,-1-1 0,1 1 0,-1-1 0,1 1 0,-1-1 0,0 0 0,1 0 0,-1-1 0,1 1 0,-1-1 0,1 1 0,-1-1 0,1 0 0,0 0 0,-1-1 0,1 1 0,0-1 0,0 0 0,0 0 0,0 0 0,0 0 0,0 0 0,-3-4 0,4 4 0,0 0 0,0 0 0,0-1 0,0 1 0,0-1 0,1 1 0,-1-1 0,1 0 0,0 1 0,0-1 0,0 0 0,0 0 0,0 0 0,0 0 0,1 0 0,-1 0 0,1 0 0,0 0 0,0 0 0,0 0 0,1 0 0,-1 0 0,1 0 0,-1 0 0,1 0 0,0 1 0,0-1 0,0 0 0,0 0 0,1 1 0,-1-1 0,1 0 0,0 1 0,0 0 0,0-1 0,0 1 0,0 0 0,0 0 0,0 0 0,5-3 0,8-7 0,0 1 0,1 0 0,1 1 0,0 1 0,0 0 0,0 2 0,1-1 0,37-8 0,-16 6 0,0-1 0,60-28 0,-83 33 0,13-6 0,-11 3 0,1 1 0,1 1 0,-1 1 0,1 0 0,0 2 0,30-4 0,115 9 64,-87 0-1493,-49 0-5397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53.52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59 222 24575,'0'-7'0,"0"0"0,0 0 0,1 1 0,-1-1 0,2 0 0,-1 0 0,1 1 0,5-13 0,-5 15 0,0 1 0,0 0 0,1 0 0,0 0 0,-1 0 0,1 0 0,0 0 0,0 1 0,1 0 0,-1-1 0,0 1 0,1 0 0,-1 1 0,1-1 0,0 1 0,7-3 0,2 1 0,1 0 0,24-1 0,23-6 0,-38 2 0,0-1 0,40-21 0,-4 1 0,-55 27 0,1 0 0,0 1 0,-1 0 0,1 0 0,0 0 0,0 1 0,-1-1 0,1 1 0,0 0 0,0 1 0,0-1 0,0 1 0,-1 0 0,1 0 0,0 0 0,-1 1 0,1 0 0,-1 0 0,1 0 0,-1 0 0,0 0 0,0 1 0,0 0 0,0 0 0,0 0 0,-1 1 0,5 4 0,9 11 0,0 2 0,-2 0 0,25 43 0,-25-39 0,-3-5 0,-1 1 0,-1 0 0,-1 1 0,-1 0 0,-1 0 0,0 1 0,-2 0 0,-1 0 0,-1 1 0,-1-1 0,0 1 0,-2-1 0,-4 29 0,4-48 0,-1-1 0,1 1 0,-1 0 0,-1-1 0,1 1 0,0-1 0,-1 1 0,0-1 0,1 0 0,-1 1 0,-1-1 0,1 0 0,0 0 0,-1 0 0,0-1 0,1 1 0,-1-1 0,0 1 0,0-1 0,-1 0 0,-5 3 0,-6 2 0,0-1 0,-1-1 0,-29 7 0,15-5 0,-64 14 0,48-11 0,-47 16 0,60-15 0,-1-1 0,-46 8 0,79-17 0,0-1 0,-1 0 0,1 1 0,0-1 0,-1 0 0,1 0 0,0 0 0,-1 0 0,1 0 0,0 0 0,-1 0 0,1-1 0,0 1 0,-1 0 0,1-1 0,0 1 0,0-1 0,0 1 0,-1-1 0,1 1 0,0-1 0,0 0 0,0 0 0,0 0 0,0 0 0,0 1 0,0-1 0,0-1 0,0 1 0,1 0 0,-2-1 0,2 0 0,0 0 0,0 1 0,0-1 0,0 0 0,0 0 0,1 1 0,-1-1 0,0 0 0,1 1 0,-1-1 0,1 0 0,0 1 0,0-1 0,0 1 0,-1-1 0,1 1 0,0-1 0,1 1 0,-1 0 0,0-1 0,0 1 0,1 0 0,1-1 0,7-6 0,1 0 0,0 2 0,1-1 0,-1 1 0,1 1 0,0 0 0,1 1 0,22-6 0,12 1 0,48-3 0,-74 10 0,12-2 0,0 2 0,1 2 0,-1 0 0,38 7 0,-56-5 0,1 1 0,-1 1 0,0 1 0,-1 0 0,1 1 0,-1 1 0,0 0 0,-1 1 0,1 0 0,22 20 0,-22-15 0,0 0 0,-2 1 0,1 1 0,-2 0 0,0 0 0,-1 1 0,-1 1 0,0 0 0,-1 0 0,-1 0 0,0 1 0,-2 0 0,6 29 0,-9-37 0,-1 1 0,0 0 0,0-1 0,-1 1 0,-1 0 0,1-1 0,-2 1 0,0-1 0,0 1 0,-1-1 0,0 0 0,-1 0 0,0 0 0,0 0 0,-1 0 0,0-1 0,-1 0 0,0 0 0,-1-1 0,0 0 0,0 0 0,0 0 0,-1-1 0,0 0 0,-12 7 0,-8 5 0,-2-1 0,-40 19 0,55-31 0,0-1 0,1 0 0,-2-1 0,1-1 0,0 0 0,-1-1 0,-23 0 0,-5-2 0,-131-7 0,155 4 0,-1 0 0,0-2 0,1 0 0,0-2 0,0 0 0,-26-13 0,10-1-455,2-1 0,-61-50 0,48 32-6371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3-14T06:14:55.80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420 33 24575,'0'-12'0,"-1"-9"0,-3 21 0,-6 11 0,-119 201 0,-55 73 0,165-259 0,-18 31 0,31-47 0,1 1 0,0 0 0,0-1 0,1 2 0,0-1 0,-2 15 0,6-24 0,0 0 0,0 0 0,0-1 0,0 1 0,0 0 0,0 0 0,1 0 0,-1 0 0,1 0 0,-1-1 0,1 1 0,0 0 0,0-1 0,0 1 0,0 0 0,0-1 0,0 1 0,0-1 0,0 1 0,1-1 0,-1 0 0,0 1 0,1-1 0,-1 0 0,1 0 0,0 0 0,-1 0 0,1 0 0,0-1 0,-1 1 0,1 0 0,0-1 0,0 1 0,0-1 0,3 1 0,10 1 0,-1 0 0,0-1 0,26-2 0,-25 1 0,72 0 0,237-6 0,-317 6 0,-1 0 0,0-1 0,1 0 0,-1 0 0,12-5 0,-17 6 0,0-1 0,0 1 0,0-1 0,0 1 0,0-1 0,0 1 0,0-1 0,0 0 0,0 1 0,0-1 0,-1 0 0,1 0 0,0 0 0,-1 0 0,1 0 0,0 0 0,-1 0 0,1 0 0,-1 0 0,1 0 0,-1 0 0,0 0 0,1 0 0,-1 0 0,0 0 0,0 0 0,0 0 0,0 0 0,0-1 0,0 1 0,0 0 0,0 0 0,0 0 0,-1 0 0,1 0 0,0 0 0,-1 0 0,1 0 0,-1 0 0,1 0 0,-2-2 0,-6-10 0,-1 0 0,-1 1 0,0-1 0,-1 2 0,-22-19 0,-6-8 0,29 27 0,-17-14 0,27 26 0,-1-1 0,1 1 0,0 0 0,-1-1 0,1 1 0,0 0 0,-1-1 0,1 1 0,0 0 0,0 0 0,0-1 0,-1 1 0,1 0 0,0 0 0,0 0 0,0-1 0,0 1 0,1 0 0,-1 0 0,0 0 0,0-1 0,1 2 0,1 24 0,9 408 0,-9-128 0,11-195-9,-7-69-1347,-3-16-5470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BA716-0AE4-E4AB-1D90-75775737B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56AB0-1F5F-BBFC-3C56-35822E939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48329-8480-6F29-1206-936FE845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FD90-7E47-F95B-7A73-5107F966E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5241-90E0-1704-9D78-B178ED87F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9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64831-1D8B-078E-EE36-A97962E9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4259-0D00-354B-9163-A2616FE5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1260-1E09-8806-063E-074B5E68F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6B57E-2770-7D13-E8DF-CB7184482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48587-2B83-7BA3-817C-F8DA0176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94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2F44-3D9C-EE69-937C-BB699436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28ED9-6C00-041E-07CC-6B48210C9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F86F6-E819-043C-9FEB-50DAEFAF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0AE54-CFC2-755D-4B84-9C5F7E22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031FA-C876-F98E-B8AE-9038119E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331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266C-C469-1C7E-E727-DCE11947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6CC3C-1DC2-A424-7152-7C48C9F94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28B88-D707-A3A8-6B3D-A9F07C50F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36BA0-5A72-4ED6-9013-3187DE4B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47F74-DEFA-99AC-9500-1F189C96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769CF-8CB3-FE22-997D-6E1E622D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61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1FD34-0B77-4D67-CC7B-52976E0F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44881-20C3-499A-5B03-93645AC60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8EF55-A3E3-91DC-9D67-B7C228B8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4A125-922E-FB60-7DA9-3B9D277350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58F45-5E79-4352-ADF8-EE441FC88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D29EF1-8032-CDF8-1F1C-8ED12941C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27E30-BF09-C398-190B-A87039FE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64EADB-B1A4-9EED-D723-647E0651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771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52D7-AA36-B701-D1F9-F67F39DF2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ECD73D-47C1-2374-2DF2-514416C3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584E7-71E7-B56B-8B04-85F51E23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41631-CE6B-FBFF-6CA5-977080101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18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0604B3-6488-C975-A4EF-3F01A8FFE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71067A-92B0-0E56-68E5-110F494C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A2B941-61B4-C096-2D4C-505E6B3B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37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F6A7-C93A-9593-4773-C4D6AA1E4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1A7D9-0FA9-715F-960B-6D9DEE297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6C3CD-E9F1-66EE-DB69-4EFA9CA4D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898B1-F19A-FA30-6F84-E1C7FA5F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CE2F1-B26D-D51E-4394-865C10AD8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3DFBC-7024-A856-C2D2-3D8D1662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89B1-6F26-EBAF-E91A-DBFAA2B11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D20D0-F3AE-9610-2180-66DD4E75A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85028-3493-91D4-7E55-D079C5570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13B1B-B109-8C1E-6DCB-B731C2488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40ECB-0965-D09E-7348-3C60F010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09D2D-81BE-7D54-6735-DEA35F765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6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E6F0-0BEB-A2E7-5ED3-31F2D3DF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A9C2F-510A-698E-AF51-3E06672B5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79BF6-E61B-27CF-8D56-8E8908AC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830EF2-163E-C1AC-84C9-E8D204B32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7C6F4-6A6F-27AA-11C7-98DE6303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121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CCE78-F938-7FBB-148D-71C29CE4EB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4DC23-7477-F740-659C-027804614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F53E9-9019-0556-D4C9-9672866F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9A53E-90FF-4533-2A72-44B8B767A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7022E-62E8-040C-86F0-38710D9A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078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DD4BC7-4897-D036-3EB0-95C3ACD53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AA133-AD2E-BAD7-D462-6B43851AE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E4B16-6014-43B9-4159-1DF93703C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7CD6B-6B35-4072-A578-1C2BF7FC385C}" type="datetimeFigureOut">
              <a:rPr lang="en-IN" smtClean="0"/>
              <a:t>18-03-2024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8DDAD-F351-7399-25A1-AC4260F8A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72290-A614-FABA-060C-948D662E6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90C22-CB38-40F5-84B7-128F498642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618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customXml" Target="../ink/ink2.xml"/><Relationship Id="rId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customXml" Target="../ink/ink5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customXml" Target="../ink/ink1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image" Target="../media/image63.png"/><Relationship Id="rId10" Type="http://schemas.openxmlformats.org/officeDocument/2006/relationships/image" Target="../media/image60.png"/><Relationship Id="rId4" Type="http://schemas.openxmlformats.org/officeDocument/2006/relationships/image" Target="../media/image57.png"/><Relationship Id="rId9" Type="http://schemas.openxmlformats.org/officeDocument/2006/relationships/customXml" Target="../ink/ink15.xml"/><Relationship Id="rId1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F6D4B5-0A65-7907-5A71-88BA34929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3687"/>
            <a:ext cx="12192000" cy="631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4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9D4364-D23F-DF01-B44B-53F0E1092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5938" y="1825625"/>
            <a:ext cx="7920123" cy="4351338"/>
          </a:xfrm>
        </p:spPr>
      </p:pic>
    </p:spTree>
    <p:extLst>
      <p:ext uri="{BB962C8B-B14F-4D97-AF65-F5344CB8AC3E}">
        <p14:creationId xmlns:p14="http://schemas.microsoft.com/office/powerpoint/2010/main" val="567216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F0E53A-F2EE-76D7-22D2-76104D4FC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282" y="1825625"/>
            <a:ext cx="8903435" cy="4351338"/>
          </a:xfrm>
        </p:spPr>
      </p:pic>
    </p:spTree>
    <p:extLst>
      <p:ext uri="{BB962C8B-B14F-4D97-AF65-F5344CB8AC3E}">
        <p14:creationId xmlns:p14="http://schemas.microsoft.com/office/powerpoint/2010/main" val="206642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0749C4-D602-C2C4-1EE8-DA53E1ADE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355" y="597460"/>
            <a:ext cx="10348670" cy="5373034"/>
          </a:xfrm>
        </p:spPr>
      </p:pic>
    </p:spTree>
    <p:extLst>
      <p:ext uri="{BB962C8B-B14F-4D97-AF65-F5344CB8AC3E}">
        <p14:creationId xmlns:p14="http://schemas.microsoft.com/office/powerpoint/2010/main" val="130926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D0B671-B52A-54B5-4B84-42860C72D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186" y="1377389"/>
            <a:ext cx="8257603" cy="4351338"/>
          </a:xfrm>
        </p:spPr>
      </p:pic>
    </p:spTree>
    <p:extLst>
      <p:ext uri="{BB962C8B-B14F-4D97-AF65-F5344CB8AC3E}">
        <p14:creationId xmlns:p14="http://schemas.microsoft.com/office/powerpoint/2010/main" val="2462890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F4BF7E-9387-14F4-B14A-D9CAE235AE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198" y="1825625"/>
            <a:ext cx="7919604" cy="4351338"/>
          </a:xfrm>
        </p:spPr>
      </p:pic>
    </p:spTree>
    <p:extLst>
      <p:ext uri="{BB962C8B-B14F-4D97-AF65-F5344CB8AC3E}">
        <p14:creationId xmlns:p14="http://schemas.microsoft.com/office/powerpoint/2010/main" val="3046166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509CB1-1841-712E-9ADB-620EF1393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8806" y="1825625"/>
            <a:ext cx="8354388" cy="4351338"/>
          </a:xfrm>
        </p:spPr>
      </p:pic>
    </p:spTree>
    <p:extLst>
      <p:ext uri="{BB962C8B-B14F-4D97-AF65-F5344CB8AC3E}">
        <p14:creationId xmlns:p14="http://schemas.microsoft.com/office/powerpoint/2010/main" val="3830188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B1125-E32F-41A9-F6F0-F2E9D7611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2920" y="860471"/>
            <a:ext cx="9747501" cy="5137057"/>
          </a:xfrm>
        </p:spPr>
      </p:pic>
    </p:spTree>
    <p:extLst>
      <p:ext uri="{BB962C8B-B14F-4D97-AF65-F5344CB8AC3E}">
        <p14:creationId xmlns:p14="http://schemas.microsoft.com/office/powerpoint/2010/main" val="251633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862D9C-8B28-858C-2B7E-71E11D808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438" y="1825625"/>
            <a:ext cx="8299124" cy="4351338"/>
          </a:xfrm>
        </p:spPr>
      </p:pic>
    </p:spTree>
    <p:extLst>
      <p:ext uri="{BB962C8B-B14F-4D97-AF65-F5344CB8AC3E}">
        <p14:creationId xmlns:p14="http://schemas.microsoft.com/office/powerpoint/2010/main" val="4265470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DC7E7-F841-0590-1034-1DDF3184C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8264" y="1252538"/>
            <a:ext cx="9112297" cy="4627562"/>
          </a:xfrm>
        </p:spPr>
      </p:pic>
    </p:spTree>
    <p:extLst>
      <p:ext uri="{BB962C8B-B14F-4D97-AF65-F5344CB8AC3E}">
        <p14:creationId xmlns:p14="http://schemas.microsoft.com/office/powerpoint/2010/main" val="142278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74B13B-D52F-20BD-C912-8A19307FC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889" y="1825625"/>
            <a:ext cx="8034221" cy="4351338"/>
          </a:xfrm>
        </p:spPr>
      </p:pic>
    </p:spTree>
    <p:extLst>
      <p:ext uri="{BB962C8B-B14F-4D97-AF65-F5344CB8AC3E}">
        <p14:creationId xmlns:p14="http://schemas.microsoft.com/office/powerpoint/2010/main" val="182182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D0C721-5FF0-9CE9-EDC5-89F418738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8539" y="968188"/>
            <a:ext cx="10342494" cy="5074304"/>
          </a:xfrm>
        </p:spPr>
      </p:pic>
    </p:spTree>
    <p:extLst>
      <p:ext uri="{BB962C8B-B14F-4D97-AF65-F5344CB8AC3E}">
        <p14:creationId xmlns:p14="http://schemas.microsoft.com/office/powerpoint/2010/main" val="1445599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8D26AD-F6B0-EAEE-65D5-6350E44BE8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101" y="1825625"/>
            <a:ext cx="8433798" cy="4351338"/>
          </a:xfrm>
        </p:spPr>
      </p:pic>
    </p:spTree>
    <p:extLst>
      <p:ext uri="{BB962C8B-B14F-4D97-AF65-F5344CB8AC3E}">
        <p14:creationId xmlns:p14="http://schemas.microsoft.com/office/powerpoint/2010/main" val="2669989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777795-68C2-CB14-9DDF-6DB424444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6563" y="893295"/>
            <a:ext cx="8075533" cy="4351338"/>
          </a:xfrm>
        </p:spPr>
      </p:pic>
    </p:spTree>
    <p:extLst>
      <p:ext uri="{BB962C8B-B14F-4D97-AF65-F5344CB8AC3E}">
        <p14:creationId xmlns:p14="http://schemas.microsoft.com/office/powerpoint/2010/main" val="3721106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5862A-1B6A-275B-44D6-CFEDF4471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8389" y="1009836"/>
            <a:ext cx="8118749" cy="4351338"/>
          </a:xfrm>
        </p:spPr>
      </p:pic>
    </p:spTree>
    <p:extLst>
      <p:ext uri="{BB962C8B-B14F-4D97-AF65-F5344CB8AC3E}">
        <p14:creationId xmlns:p14="http://schemas.microsoft.com/office/powerpoint/2010/main" val="4048953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59B9F-438D-40AD-1955-E2A173EF0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4234" y="1825625"/>
            <a:ext cx="8323531" cy="4351338"/>
          </a:xfrm>
        </p:spPr>
      </p:pic>
    </p:spTree>
    <p:extLst>
      <p:ext uri="{BB962C8B-B14F-4D97-AF65-F5344CB8AC3E}">
        <p14:creationId xmlns:p14="http://schemas.microsoft.com/office/powerpoint/2010/main" val="3275900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166F75-48CD-3057-0B41-23B4DF380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6448" y="1253331"/>
            <a:ext cx="8662632" cy="4351338"/>
          </a:xfrm>
        </p:spPr>
      </p:pic>
    </p:spTree>
    <p:extLst>
      <p:ext uri="{BB962C8B-B14F-4D97-AF65-F5344CB8AC3E}">
        <p14:creationId xmlns:p14="http://schemas.microsoft.com/office/powerpoint/2010/main" val="3789392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BD61C-3674-29C5-B10F-C436FF7508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56" y="1171202"/>
            <a:ext cx="9580169" cy="4351338"/>
          </a:xfrm>
        </p:spPr>
      </p:pic>
    </p:spTree>
    <p:extLst>
      <p:ext uri="{BB962C8B-B14F-4D97-AF65-F5344CB8AC3E}">
        <p14:creationId xmlns:p14="http://schemas.microsoft.com/office/powerpoint/2010/main" val="2107158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9327CA-8C00-BC45-07C0-7B3D9DE47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5248" y="879949"/>
            <a:ext cx="10247882" cy="5395625"/>
          </a:xfrm>
        </p:spPr>
      </p:pic>
    </p:spTree>
    <p:extLst>
      <p:ext uri="{BB962C8B-B14F-4D97-AF65-F5344CB8AC3E}">
        <p14:creationId xmlns:p14="http://schemas.microsoft.com/office/powerpoint/2010/main" val="2456333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4DC9A1-709E-584F-B7E0-1884819DC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0391" y="1117413"/>
            <a:ext cx="7929851" cy="4351338"/>
          </a:xfrm>
        </p:spPr>
      </p:pic>
    </p:spTree>
    <p:extLst>
      <p:ext uri="{BB962C8B-B14F-4D97-AF65-F5344CB8AC3E}">
        <p14:creationId xmlns:p14="http://schemas.microsoft.com/office/powerpoint/2010/main" val="2282232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0CF197-838A-9D53-53CC-30899BE65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2463" y="1009837"/>
            <a:ext cx="8160908" cy="4351338"/>
          </a:xfrm>
        </p:spPr>
      </p:pic>
    </p:spTree>
    <p:extLst>
      <p:ext uri="{BB962C8B-B14F-4D97-AF65-F5344CB8AC3E}">
        <p14:creationId xmlns:p14="http://schemas.microsoft.com/office/powerpoint/2010/main" val="3838690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0A72F0-5F4F-82B8-B287-3E9A455E1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650" y="1253331"/>
            <a:ext cx="8362323" cy="4351338"/>
          </a:xfrm>
        </p:spPr>
      </p:pic>
    </p:spTree>
    <p:extLst>
      <p:ext uri="{BB962C8B-B14F-4D97-AF65-F5344CB8AC3E}">
        <p14:creationId xmlns:p14="http://schemas.microsoft.com/office/powerpoint/2010/main" val="1921964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FEFEC5-689A-F4B2-95DD-2541635A7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3986" y="1180166"/>
            <a:ext cx="8199931" cy="4351338"/>
          </a:xfrm>
        </p:spPr>
      </p:pic>
    </p:spTree>
    <p:extLst>
      <p:ext uri="{BB962C8B-B14F-4D97-AF65-F5344CB8AC3E}">
        <p14:creationId xmlns:p14="http://schemas.microsoft.com/office/powerpoint/2010/main" val="2029170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6A4650-0DC7-D96A-078A-DC8EDFBCD9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935" y="1825625"/>
            <a:ext cx="8128130" cy="4351338"/>
          </a:xfrm>
        </p:spPr>
      </p:pic>
    </p:spTree>
    <p:extLst>
      <p:ext uri="{BB962C8B-B14F-4D97-AF65-F5344CB8AC3E}">
        <p14:creationId xmlns:p14="http://schemas.microsoft.com/office/powerpoint/2010/main" val="9464905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4668B2-11C6-0685-2B4E-9F3D6BF09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662" y="1825625"/>
            <a:ext cx="8702675" cy="4351338"/>
          </a:xfrm>
        </p:spPr>
      </p:pic>
    </p:spTree>
    <p:extLst>
      <p:ext uri="{BB962C8B-B14F-4D97-AF65-F5344CB8AC3E}">
        <p14:creationId xmlns:p14="http://schemas.microsoft.com/office/powerpoint/2010/main" val="741420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FE3305-DED5-2696-E324-7B6E7EDD7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7122" y="1144308"/>
            <a:ext cx="8757756" cy="4351338"/>
          </a:xfrm>
        </p:spPr>
      </p:pic>
    </p:spTree>
    <p:extLst>
      <p:ext uri="{BB962C8B-B14F-4D97-AF65-F5344CB8AC3E}">
        <p14:creationId xmlns:p14="http://schemas.microsoft.com/office/powerpoint/2010/main" val="2252143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54895D-8EE3-C56B-EC76-4171EFF87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363" y="1825625"/>
            <a:ext cx="9087274" cy="4351338"/>
          </a:xfrm>
        </p:spPr>
      </p:pic>
    </p:spTree>
    <p:extLst>
      <p:ext uri="{BB962C8B-B14F-4D97-AF65-F5344CB8AC3E}">
        <p14:creationId xmlns:p14="http://schemas.microsoft.com/office/powerpoint/2010/main" val="2095149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60CAD8-DDCE-B1D3-1E98-AE4A469E78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5568" y="1825625"/>
            <a:ext cx="8720863" cy="4351338"/>
          </a:xfrm>
        </p:spPr>
      </p:pic>
    </p:spTree>
    <p:extLst>
      <p:ext uri="{BB962C8B-B14F-4D97-AF65-F5344CB8AC3E}">
        <p14:creationId xmlns:p14="http://schemas.microsoft.com/office/powerpoint/2010/main" val="993310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C811BC-9374-01A8-7EE3-CCCE6B4749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898" y="1825625"/>
            <a:ext cx="8446203" cy="4351338"/>
          </a:xfrm>
        </p:spPr>
      </p:pic>
    </p:spTree>
    <p:extLst>
      <p:ext uri="{BB962C8B-B14F-4D97-AF65-F5344CB8AC3E}">
        <p14:creationId xmlns:p14="http://schemas.microsoft.com/office/powerpoint/2010/main" val="10817529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84E8E-3A7D-5BAB-C779-8F882C5E8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5472" y="1825625"/>
            <a:ext cx="8221055" cy="4351338"/>
          </a:xfrm>
        </p:spPr>
      </p:pic>
    </p:spTree>
    <p:extLst>
      <p:ext uri="{BB962C8B-B14F-4D97-AF65-F5344CB8AC3E}">
        <p14:creationId xmlns:p14="http://schemas.microsoft.com/office/powerpoint/2010/main" val="893810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79748E-D292-FF0D-B91C-4CE646DE8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729" y="240242"/>
            <a:ext cx="10515600" cy="41693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349AD8-E315-0286-CBCC-C94F7237C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9" y="4124586"/>
            <a:ext cx="8875059" cy="230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12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14B263-7643-8522-F7F2-59B6111D8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9047" y="1162236"/>
            <a:ext cx="8098799" cy="4351338"/>
          </a:xfrm>
        </p:spPr>
      </p:pic>
    </p:spTree>
    <p:extLst>
      <p:ext uri="{BB962C8B-B14F-4D97-AF65-F5344CB8AC3E}">
        <p14:creationId xmlns:p14="http://schemas.microsoft.com/office/powerpoint/2010/main" val="25652046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E6809A-A46D-DC7F-D622-F18C00060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758" y="896330"/>
            <a:ext cx="10036488" cy="5065339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65F0FB-106D-B6B0-EF50-C8537E4A4177}"/>
                  </a:ext>
                </a:extLst>
              </p14:cNvPr>
              <p14:cNvContentPartPr/>
              <p14:nvPr/>
            </p14:nvContentPartPr>
            <p14:xfrm>
              <a:off x="9932781" y="3281139"/>
              <a:ext cx="27360" cy="134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65F0FB-106D-B6B0-EF50-C8537E4A41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14781" y="3263139"/>
                <a:ext cx="6300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40210A5-29A1-7949-8AC5-5FE6C3515C10}"/>
                  </a:ext>
                </a:extLst>
              </p14:cNvPr>
              <p14:cNvContentPartPr/>
              <p14:nvPr/>
            </p14:nvContentPartPr>
            <p14:xfrm>
              <a:off x="9847821" y="4497219"/>
              <a:ext cx="293760" cy="384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40210A5-29A1-7949-8AC5-5FE6C3515C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29821" y="4479219"/>
                <a:ext cx="32940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004E6E-47C7-83F1-65DD-622A913F0838}"/>
                  </a:ext>
                </a:extLst>
              </p14:cNvPr>
              <p14:cNvContentPartPr/>
              <p14:nvPr/>
            </p14:nvContentPartPr>
            <p14:xfrm>
              <a:off x="1704621" y="2122299"/>
              <a:ext cx="295200" cy="3319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004E6E-47C7-83F1-65DD-622A913F08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86981" y="2104299"/>
                <a:ext cx="330840" cy="36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6986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F1210D-E3BD-214B-7880-B05EE17789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8125" y="1027766"/>
            <a:ext cx="8280596" cy="435133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40BDCE2-A88E-ACBB-DE5B-6D0C26DE0232}"/>
                  </a:ext>
                </a:extLst>
              </p14:cNvPr>
              <p14:cNvContentPartPr/>
              <p14:nvPr/>
            </p14:nvContentPartPr>
            <p14:xfrm>
              <a:off x="1981101" y="1927539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40BDCE2-A88E-ACBB-DE5B-6D0C26DE02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3101" y="19095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8972594-DF27-A11A-86AD-08510AEC2642}"/>
                  </a:ext>
                </a:extLst>
              </p14:cNvPr>
              <p14:cNvContentPartPr/>
              <p14:nvPr/>
            </p14:nvContentPartPr>
            <p14:xfrm>
              <a:off x="1254981" y="2034819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8972594-DF27-A11A-86AD-08510AEC264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37341" y="20171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C155961-CC51-6314-8300-9AEC9C2E4259}"/>
                  </a:ext>
                </a:extLst>
              </p14:cNvPr>
              <p14:cNvContentPartPr/>
              <p14:nvPr/>
            </p14:nvContentPartPr>
            <p14:xfrm>
              <a:off x="1586541" y="402939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C155961-CC51-6314-8300-9AEC9C2E42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8901" y="385299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27755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9D3073-69F4-A6FA-5B5C-3AE91D2CD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379" y="1144308"/>
            <a:ext cx="8314630" cy="4351338"/>
          </a:xfrm>
        </p:spPr>
      </p:pic>
    </p:spTree>
    <p:extLst>
      <p:ext uri="{BB962C8B-B14F-4D97-AF65-F5344CB8AC3E}">
        <p14:creationId xmlns:p14="http://schemas.microsoft.com/office/powerpoint/2010/main" val="2152784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1CAAA88-B0EC-1967-15C7-C1FC4E69B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9938" y="1004047"/>
            <a:ext cx="9608434" cy="5083269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C7D7405-AEA8-D634-18DD-50ACAC552286}"/>
              </a:ext>
            </a:extLst>
          </p:cNvPr>
          <p:cNvCxnSpPr/>
          <p:nvPr/>
        </p:nvCxnSpPr>
        <p:spPr>
          <a:xfrm flipH="1" flipV="1">
            <a:off x="5576047" y="2017059"/>
            <a:ext cx="4087906" cy="14119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1875FF3-E4AF-251C-DAE1-669C5BBDB167}"/>
              </a:ext>
            </a:extLst>
          </p:cNvPr>
          <p:cNvSpPr txBox="1"/>
          <p:nvPr/>
        </p:nvSpPr>
        <p:spPr>
          <a:xfrm>
            <a:off x="4692472" y="1886254"/>
            <a:ext cx="8835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Formula Bar</a:t>
            </a:r>
          </a:p>
        </p:txBody>
      </p:sp>
    </p:spTree>
    <p:extLst>
      <p:ext uri="{BB962C8B-B14F-4D97-AF65-F5344CB8AC3E}">
        <p14:creationId xmlns:p14="http://schemas.microsoft.com/office/powerpoint/2010/main" val="2661558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23329D-91B4-FF71-8751-8A92D40CD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89126" y="1301456"/>
            <a:ext cx="10209931" cy="4351338"/>
          </a:xfrm>
        </p:spPr>
      </p:pic>
    </p:spTree>
    <p:extLst>
      <p:ext uri="{BB962C8B-B14F-4D97-AF65-F5344CB8AC3E}">
        <p14:creationId xmlns:p14="http://schemas.microsoft.com/office/powerpoint/2010/main" val="248209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21617D-269E-34AC-B00D-11C2505EF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228" y="1395413"/>
            <a:ext cx="6740584" cy="435133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6C4F6A-CF18-F17A-5C8C-0DDDF4174045}"/>
              </a:ext>
            </a:extLst>
          </p:cNvPr>
          <p:cNvSpPr txBox="1"/>
          <p:nvPr/>
        </p:nvSpPr>
        <p:spPr>
          <a:xfrm>
            <a:off x="600635" y="0"/>
            <a:ext cx="3836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Calculate Average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Choose Fact Sales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Right Click on it</a:t>
            </a:r>
          </a:p>
          <a:p>
            <a:r>
              <a:rPr lang="en-IN" dirty="0"/>
              <a:t>     &amp; select  new measure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216FB7-B5AD-CC26-B6A0-B7B035D36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090" y="931893"/>
            <a:ext cx="2481038" cy="499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341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EE8B9-BA56-F24D-EFC1-D2DB9266C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619" y="1825625"/>
            <a:ext cx="9542761" cy="4351338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8B9E7E-50E1-1EA7-5DF6-79F6CCACEE39}"/>
              </a:ext>
            </a:extLst>
          </p:cNvPr>
          <p:cNvCxnSpPr/>
          <p:nvPr/>
        </p:nvCxnSpPr>
        <p:spPr>
          <a:xfrm flipH="1" flipV="1">
            <a:off x="3397624" y="2241176"/>
            <a:ext cx="5934635" cy="19184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876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B6E120-034D-84EC-B561-06417C477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9732" y="1825625"/>
            <a:ext cx="9912535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65AD7D-B926-9EEB-6C99-BB2222BC4E62}"/>
              </a:ext>
            </a:extLst>
          </p:cNvPr>
          <p:cNvSpPr txBox="1"/>
          <p:nvPr/>
        </p:nvSpPr>
        <p:spPr>
          <a:xfrm>
            <a:off x="1246094" y="439271"/>
            <a:ext cx="3453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Measure can not visible in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Its used in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19400530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FAD400-0DAC-8A02-8D7D-03473F322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931" y="466166"/>
            <a:ext cx="11253073" cy="5746375"/>
          </a:xfr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6D6C393-CD79-9DF9-8F95-FE1B7687466D}"/>
              </a:ext>
            </a:extLst>
          </p:cNvPr>
          <p:cNvGrpSpPr/>
          <p:nvPr/>
        </p:nvGrpSpPr>
        <p:grpSpPr>
          <a:xfrm>
            <a:off x="304581" y="1469979"/>
            <a:ext cx="273600" cy="271440"/>
            <a:chOff x="304581" y="1469979"/>
            <a:chExt cx="27360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ADA33C5-FF29-8B02-10B7-E478AE3CDE39}"/>
                    </a:ext>
                  </a:extLst>
                </p14:cNvPr>
                <p14:cNvContentPartPr/>
                <p14:nvPr/>
              </p14:nvContentPartPr>
              <p14:xfrm>
                <a:off x="421221" y="1488339"/>
                <a:ext cx="18360" cy="176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ADA33C5-FF29-8B02-10B7-E478AE3CDE3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03221" y="1470339"/>
                  <a:ext cx="54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6B9E781-A2D3-1F88-D332-363F735DF95E}"/>
                    </a:ext>
                  </a:extLst>
                </p14:cNvPr>
                <p14:cNvContentPartPr/>
                <p14:nvPr/>
              </p14:nvContentPartPr>
              <p14:xfrm>
                <a:off x="323301" y="1469979"/>
                <a:ext cx="101880" cy="72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6B9E781-A2D3-1F88-D332-363F735DF95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5661" y="1451979"/>
                  <a:ext cx="1375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B7F985A-23E5-FFA4-D25E-1CF7B26977C3}"/>
                    </a:ext>
                  </a:extLst>
                </p14:cNvPr>
                <p14:cNvContentPartPr/>
                <p14:nvPr/>
              </p14:nvContentPartPr>
              <p14:xfrm>
                <a:off x="304581" y="1712259"/>
                <a:ext cx="273600" cy="29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B7F985A-23E5-FFA4-D25E-1CF7B26977C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6941" y="1694259"/>
                  <a:ext cx="30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0D4D9F3-628F-2244-884B-DB401BA56F4D}"/>
                  </a:ext>
                </a:extLst>
              </p14:cNvPr>
              <p14:cNvContentPartPr/>
              <p14:nvPr/>
            </p14:nvContentPartPr>
            <p14:xfrm>
              <a:off x="9339141" y="3223899"/>
              <a:ext cx="266400" cy="328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0D4D9F3-628F-2244-884B-DB401BA56F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21501" y="3206259"/>
                <a:ext cx="30204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8B2F5C7-C453-6E4D-701D-BFA9B6C2C3E5}"/>
                  </a:ext>
                </a:extLst>
              </p14:cNvPr>
              <p14:cNvContentPartPr/>
              <p14:nvPr/>
            </p14:nvContentPartPr>
            <p14:xfrm>
              <a:off x="10147701" y="3341259"/>
              <a:ext cx="227160" cy="4003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8B2F5C7-C453-6E4D-701D-BFA9B6C2C3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30061" y="3323259"/>
                <a:ext cx="262800" cy="43596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B5AF2F8A-C93D-F6FE-1477-A4CCFD715A45}"/>
              </a:ext>
            </a:extLst>
          </p:cNvPr>
          <p:cNvSpPr txBox="1"/>
          <p:nvPr/>
        </p:nvSpPr>
        <p:spPr>
          <a:xfrm>
            <a:off x="2752165" y="3552219"/>
            <a:ext cx="4817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Drag and drop Average sale measure to card view</a:t>
            </a:r>
          </a:p>
        </p:txBody>
      </p:sp>
    </p:spTree>
    <p:extLst>
      <p:ext uri="{BB962C8B-B14F-4D97-AF65-F5344CB8AC3E}">
        <p14:creationId xmlns:p14="http://schemas.microsoft.com/office/powerpoint/2010/main" val="207627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47EB48-7924-E428-F076-64958533B5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6533" y="1153272"/>
            <a:ext cx="89451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961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68242-71D7-995F-74C3-93EFD374A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3230" y="1825625"/>
            <a:ext cx="5217876" cy="395661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B8DF33-62C1-B6E2-76E2-70CD8688A1B8}"/>
              </a:ext>
            </a:extLst>
          </p:cNvPr>
          <p:cNvSpPr txBox="1"/>
          <p:nvPr/>
        </p:nvSpPr>
        <p:spPr>
          <a:xfrm>
            <a:off x="1613230" y="376518"/>
            <a:ext cx="5298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You can also edit the measures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Just click on the measure column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will show the measure tool to edit.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Here u can edit the name &amp; other parameters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FACFDA3-4C9A-FE22-9D57-900668221FA3}"/>
              </a:ext>
            </a:extLst>
          </p:cNvPr>
          <p:cNvCxnSpPr>
            <a:cxnSpLocks/>
          </p:cNvCxnSpPr>
          <p:nvPr/>
        </p:nvCxnSpPr>
        <p:spPr>
          <a:xfrm flipH="1" flipV="1">
            <a:off x="3944470" y="2008094"/>
            <a:ext cx="2501154" cy="19453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D532F62-E081-FAFE-DFE3-6E4788D83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71" y="2649400"/>
            <a:ext cx="5105842" cy="23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045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3F24AB-A4C9-B463-3536-43D4ACF1DA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6317" y="1825625"/>
            <a:ext cx="10339366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4145BC-A449-6C7A-717C-0AB4CD8EB0CD}"/>
              </a:ext>
            </a:extLst>
          </p:cNvPr>
          <p:cNvSpPr txBox="1"/>
          <p:nvPr/>
        </p:nvSpPr>
        <p:spPr>
          <a:xfrm>
            <a:off x="1075765" y="259977"/>
            <a:ext cx="34915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Create an implicit measure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Drag Card 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Drag sale field on card view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Choose sum of sales form fields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&amp; Select Average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41221A3-4A2D-B45F-8DAE-17090DFB92F8}"/>
              </a:ext>
            </a:extLst>
          </p:cNvPr>
          <p:cNvGrpSpPr/>
          <p:nvPr/>
        </p:nvGrpSpPr>
        <p:grpSpPr>
          <a:xfrm>
            <a:off x="9208461" y="3514059"/>
            <a:ext cx="166680" cy="260280"/>
            <a:chOff x="9208461" y="3514059"/>
            <a:chExt cx="16668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DFAA1C-8723-8078-CCC7-D729AAFDDFDD}"/>
                    </a:ext>
                  </a:extLst>
                </p14:cNvPr>
                <p14:cNvContentPartPr/>
                <p14:nvPr/>
              </p14:nvContentPartPr>
              <p14:xfrm>
                <a:off x="9269301" y="3514059"/>
                <a:ext cx="46080" cy="193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DFAA1C-8723-8078-CCC7-D729AAFDDFD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251661" y="3496059"/>
                  <a:ext cx="81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BD1DC8-9864-588C-ED7B-6685C71CB7E8}"/>
                    </a:ext>
                  </a:extLst>
                </p14:cNvPr>
                <p14:cNvContentPartPr/>
                <p14:nvPr/>
              </p14:nvContentPartPr>
              <p14:xfrm>
                <a:off x="9208461" y="3541059"/>
                <a:ext cx="106560" cy="81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BD1DC8-9864-588C-ED7B-6685C71CB7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90461" y="3523059"/>
                  <a:ext cx="1422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6BCB793-EA61-C7BE-8C39-289AEC50D391}"/>
                    </a:ext>
                  </a:extLst>
                </p14:cNvPr>
                <p14:cNvContentPartPr/>
                <p14:nvPr/>
              </p14:nvContentPartPr>
              <p14:xfrm>
                <a:off x="9242301" y="3761379"/>
                <a:ext cx="132840" cy="1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6BCB793-EA61-C7BE-8C39-289AEC50D3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24661" y="3743739"/>
                  <a:ext cx="16848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E27E4D9-0090-E6B6-CB79-6BE6374D5972}"/>
                  </a:ext>
                </a:extLst>
              </p14:cNvPr>
              <p14:cNvContentPartPr/>
              <p14:nvPr/>
            </p14:nvContentPartPr>
            <p14:xfrm>
              <a:off x="9816141" y="4991499"/>
              <a:ext cx="383400" cy="3261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E27E4D9-0090-E6B6-CB79-6BE6374D597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98501" y="4973859"/>
                <a:ext cx="41904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9DA82-640A-AE23-D2F5-416DF9D29926}"/>
                  </a:ext>
                </a:extLst>
              </p14:cNvPr>
              <p14:cNvContentPartPr/>
              <p14:nvPr/>
            </p14:nvContentPartPr>
            <p14:xfrm>
              <a:off x="8127741" y="4725099"/>
              <a:ext cx="354240" cy="466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9DA82-640A-AE23-D2F5-416DF9D299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10101" y="4707099"/>
                <a:ext cx="38988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B3060E5-E1CC-FDED-736C-113D2C0E181F}"/>
                  </a:ext>
                </a:extLst>
              </p14:cNvPr>
              <p14:cNvContentPartPr/>
              <p14:nvPr/>
            </p14:nvContentPartPr>
            <p14:xfrm>
              <a:off x="10776981" y="2803059"/>
              <a:ext cx="222840" cy="532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B3060E5-E1CC-FDED-736C-113D2C0E181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759341" y="2785059"/>
                <a:ext cx="258480" cy="567720"/>
              </a:xfrm>
              <a:prstGeom prst="rect">
                <a:avLst/>
              </a:prstGeom>
            </p:spPr>
          </p:pic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E0DAA29B-996F-C1DD-990C-E34EA4217BD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519" y="3069099"/>
            <a:ext cx="2766300" cy="261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74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49A6F-A127-FE59-E296-6F3BBF6FC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Create a new measure and calculate total qty sold</a:t>
            </a:r>
          </a:p>
          <a:p>
            <a:pPr marL="0" indent="0">
              <a:buNone/>
            </a:pPr>
            <a:r>
              <a:rPr lang="en-IN" dirty="0"/>
              <a:t>Hint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Create a new measure and calculate total sale</a:t>
            </a:r>
          </a:p>
          <a:p>
            <a:pPr marL="0" indent="0">
              <a:buNone/>
            </a:pPr>
            <a:r>
              <a:rPr lang="en-IN" dirty="0"/>
              <a:t>Hint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Also calculate it implicitly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573C44-57BC-B0CB-FC84-D7A173B5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68" y="2806833"/>
            <a:ext cx="3924640" cy="365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A3E246-EF5B-D848-E6EE-2CF4662DC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616" y="4438553"/>
            <a:ext cx="8154107" cy="47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9973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CE50E-C6BC-7C5D-6AC2-18F5616A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7C808-1901-5CC1-59FD-FA04D8FB5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0127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B9B5-3757-7A80-BB1E-1465A8975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2AFA-C9ED-824E-999B-BA4FD9283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486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9910B-27C2-F299-DFFD-2D5A1D8C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CE7FB-51B6-CDB4-A573-01252DA52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206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4B83-03F7-EE5A-3561-DBAC736E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A835F-165D-CD6A-984F-2457E0F37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809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112</Words>
  <Application>Microsoft Office PowerPoint</Application>
  <PresentationFormat>Widescreen</PresentationFormat>
  <Paragraphs>24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Sandeep Sappal</dc:creator>
  <cp:lastModifiedBy>Sandeep Sappal</cp:lastModifiedBy>
  <cp:revision>5</cp:revision>
  <dcterms:created xsi:type="dcterms:W3CDTF">2024-03-09T09:26:54Z</dcterms:created>
  <dcterms:modified xsi:type="dcterms:W3CDTF">2024-03-18T09:49:35Z</dcterms:modified>
</cp:coreProperties>
</file>